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embeddings/oleObject1.bin" ContentType="application/vnd.openxmlformats-officedocument.oleObject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1255" r:id="rId3"/>
    <p:sldId id="1187" r:id="rId4"/>
    <p:sldId id="1188" r:id="rId5"/>
    <p:sldId id="1135" r:id="rId6"/>
    <p:sldId id="1139" r:id="rId7"/>
    <p:sldId id="1140" r:id="rId8"/>
    <p:sldId id="1144" r:id="rId9"/>
    <p:sldId id="1189" r:id="rId10"/>
    <p:sldId id="533" r:id="rId11"/>
    <p:sldId id="1257" r:id="rId12"/>
    <p:sldId id="1145" r:id="rId13"/>
    <p:sldId id="1190" r:id="rId14"/>
    <p:sldId id="1191" r:id="rId15"/>
    <p:sldId id="1127" r:id="rId16"/>
    <p:sldId id="1126" r:id="rId17"/>
    <p:sldId id="1128" r:id="rId18"/>
    <p:sldId id="1129" r:id="rId19"/>
    <p:sldId id="1130" r:id="rId20"/>
    <p:sldId id="1131" r:id="rId21"/>
    <p:sldId id="1132" r:id="rId22"/>
    <p:sldId id="1133" r:id="rId23"/>
    <p:sldId id="113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47:53.657"/>
    </inkml:context>
    <inkml:brush xml:id="br0">
      <inkml:brushProperty name="width" value="0.07938" units="cm"/>
      <inkml:brushProperty name="height" value="0.07938" units="cm"/>
      <inkml:brushProperty name="color" value="#E71224"/>
    </inkml:brush>
  </inkml:definitions>
  <inkml:trace contextRef="#ctx0" brushRef="#br0">0 0 24476,'0'889'0,"15551"-889"0,-15551-889 0,-15551 889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6596F-A71F-4F26-8FCB-88BB64C9438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81416-BFCF-4516-A5B0-2331B5E4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9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170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70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323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644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0733E-5E94-36BF-8BA9-910CEDD87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5273B-AB87-F214-93CE-107B46265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72931-B950-728A-00BE-964ABBD92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9AFE5-C10E-04B7-56D0-FE0F45AF1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135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3" name="Rectangle 7">
            <a:extLst>
              <a:ext uri="{FF2B5EF4-FFF2-40B4-BE49-F238E27FC236}">
                <a16:creationId xmlns:a16="http://schemas.microsoft.com/office/drawing/2014/main" id="{F97C318A-17ED-1542-9AD9-7A2248F12D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421294" y="9577864"/>
            <a:ext cx="3381586" cy="503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168" tIns="51084" rIns="102168" bIns="51084" anchor="b"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102199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888FC7-8584-A54F-A1F0-E9C044658D3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102199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2994" name="Rectangle 2">
            <a:extLst>
              <a:ext uri="{FF2B5EF4-FFF2-40B4-BE49-F238E27FC236}">
                <a16:creationId xmlns:a16="http://schemas.microsoft.com/office/drawing/2014/main" id="{927CF829-8DED-9448-A937-FB315CAB3C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8C1486BF-9C4F-0F43-9A4E-0E1429CFE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Akamai: 100,000+ servers in 1000+ clusters in 1000+ networks in 70+ countries serving trillions of requests a day.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How many people use Netflix?</a:t>
            </a:r>
          </a:p>
        </p:txBody>
      </p:sp>
    </p:spTree>
    <p:extLst>
      <p:ext uri="{BB962C8B-B14F-4D97-AF65-F5344CB8AC3E}">
        <p14:creationId xmlns:p14="http://schemas.microsoft.com/office/powerpoint/2010/main" val="2893911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1" name="Rectangle 7">
            <a:extLst>
              <a:ext uri="{FF2B5EF4-FFF2-40B4-BE49-F238E27FC236}">
                <a16:creationId xmlns:a16="http://schemas.microsoft.com/office/drawing/2014/main" id="{9FA4490D-D4A4-034B-9842-2AED96A6F6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421294" y="9577864"/>
            <a:ext cx="3381586" cy="503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168" tIns="51084" rIns="102168" bIns="51084" anchor="b"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157223-41AB-CB48-9D29-70289FC738B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5042" name="Rectangle 2">
            <a:extLst>
              <a:ext uri="{FF2B5EF4-FFF2-40B4-BE49-F238E27FC236}">
                <a16:creationId xmlns:a16="http://schemas.microsoft.com/office/drawing/2014/main" id="{740F7F93-FBC6-4742-87DD-5B7FB7D2E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E9D157F1-6907-8241-A7D1-F5F4F28FE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peak load: 7million viewers, 2 </a:t>
            </a:r>
            <a:r>
              <a:rPr lang="en-US" altLang="en-US" dirty="0" err="1">
                <a:ea typeface="ＭＳ Ｐゴシック" panose="020B0600070205080204" pitchFamily="34" charset="-128"/>
              </a:rPr>
              <a:t>Tbytes</a:t>
            </a:r>
            <a:r>
              <a:rPr lang="en-US" altLang="en-US" dirty="0">
                <a:ea typeface="ＭＳ Ｐゴシック" panose="020B0600070205080204" pitchFamily="34" charset="-128"/>
              </a:rPr>
              <a:t> via </a:t>
            </a:r>
          </a:p>
        </p:txBody>
      </p:sp>
    </p:spTree>
    <p:extLst>
      <p:ext uri="{BB962C8B-B14F-4D97-AF65-F5344CB8AC3E}">
        <p14:creationId xmlns:p14="http://schemas.microsoft.com/office/powerpoint/2010/main" val="3691437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033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27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497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598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341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29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69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541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57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91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8465-77DA-D713-3B1F-D6DC4BC01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ADC12-D58D-30D4-B827-4139E5E1B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D5CB9-3680-C917-B7E8-1B1E1E87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D471E-12F1-B17E-146D-8D74C2DF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64DF0-A6AA-C473-F2DD-8CD6ACD4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0E1CB-E6F7-0DE7-6155-8FB438A4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2C4C2-B1CD-1D7E-7CED-66F0BB8E6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A6EC8-284D-F9BD-4A51-385A17F5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F0BD6-048C-9BFA-AC15-96CB6D55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76DDB-F412-8343-A7CF-257932A9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A9F7-386D-55E8-2F0F-7D76D994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88FCA-A80A-7ECA-474C-4AA49F565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404A3-CDD9-523E-DF65-E6E68B6D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FCFAC-FE15-6849-157C-A54D0FE1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AA939-77F5-13C6-1222-338A9F64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0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A359-86AB-08D9-4EAF-77D675AF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40A29-0B83-7338-AB24-FFFFC131A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67729-7176-630F-88A8-BF915B066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83AD2-4194-46A7-C358-69541119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2E098-5E38-BA8F-4602-8FBE0AA4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A7D41-E38A-2727-5147-2BA32D0F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93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8B45-BB9A-87C3-4DE3-D1BF7A8F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8A4B4-0374-1F21-390D-C7F1B7CA3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211EC-94DF-DF0A-3A11-255556855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118CB-88A2-F5FE-C33E-E22565903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2B9E2-6C8B-2D11-F6F9-72EE3C9F4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89A2E-2F0B-DAE7-E171-F16340EE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60B6A-C5A9-F8E0-D0FE-7C0C610A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29EAC-8270-6980-54AE-CD70CE8C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9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8852-F0CC-027E-D6EA-7D05DF4D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B9883-9E7A-A98E-C932-6581FC08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3AF98-D139-47E9-3F8C-FCDBB591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78CB4-C3E8-3243-EDAB-6EE86295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8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B0A11-4FA3-7BF7-D8FE-483C8AA4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D01DA-4428-084D-BE19-935D56AF4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80B3F-C8BD-9FD6-3239-E5A3427D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8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B7FB-3A37-862C-30DE-249B56205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76CC-B797-E555-BD65-4B67C8E6B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030B2-A97E-05A5-632D-BA2FB8168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15B54-9ED6-2CDE-641B-35F4D7142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8A792-045E-846C-8F98-F348C238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48F24-7A87-4323-4F85-A4C81C45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6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A6E7-8308-D7BC-A573-D3451C95E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B38A5-26E4-38E4-C607-58B48A91D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72B22-F9C5-021A-E218-A338D231D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7997B-623D-AED8-37D2-1358736F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57C79-8CD1-43B0-31D7-A196FE9D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BD505-4B0E-2105-80A4-136FABDF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7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C41C-F370-34D2-7A46-E4DC58AC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440C7-2982-C112-4BFF-4812D3C21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51190-B267-BD1C-BDC5-5478EDF69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587FC-FEB5-4277-431B-0574A3E1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6214-82FB-4CBB-2585-21F845EC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7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00D527-F7F6-7C73-F11B-A3F6AF294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76C98-CCFF-1947-13E0-CD2E885B6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20024-14ED-DE9E-91D8-390153F3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204B4-57F4-E131-A2A4-7EDDB652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7AA64-9476-2AEC-169A-2B208264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0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0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4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0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38372E-3B40-9502-A095-287DF010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FA000-0321-F7A3-C06A-F6E465C30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BB276-3FDD-7133-72C8-743CAC3F7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1319F-7E8A-4BAC-B74B-60BDD58AC80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A45E2-5224-6777-C152-060722795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4689C-6B63-BB94-6956-3898ECBDF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F95D6-549B-411D-B7F5-5A63D65B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3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9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4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1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1DAA22D2-C9AA-0E37-2E37-BBBA6A9AD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1133856"/>
            <a:ext cx="11192256" cy="1563625"/>
          </a:xfrm>
        </p:spPr>
        <p:txBody>
          <a:bodyPr>
            <a:normAutofit/>
          </a:bodyPr>
          <a:lstStyle/>
          <a:p>
            <a:r>
              <a:rPr lang="en-US" sz="3600" u="sng" dirty="0">
                <a:solidFill>
                  <a:srgbClr val="0000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Lecture 9</a:t>
            </a:r>
            <a:br>
              <a:rPr lang="en-US" sz="3600" u="sng" dirty="0"/>
            </a:br>
            <a:r>
              <a:rPr lang="en-US" sz="36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92D7E-C96F-26FC-6088-6399BFDFB914}"/>
              </a:ext>
            </a:extLst>
          </p:cNvPr>
          <p:cNvSpPr txBox="1"/>
          <p:nvPr/>
        </p:nvSpPr>
        <p:spPr>
          <a:xfrm>
            <a:off x="1280160" y="2255443"/>
            <a:ext cx="82570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srgbClr val="0000A8"/>
                </a:solidFill>
                <a:latin typeface="Calibri" panose="020F0502020204030204"/>
              </a:rPr>
              <a:t>Video Streaming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>
                <a:solidFill>
                  <a:srgbClr val="0000A8"/>
                </a:solidFill>
                <a:latin typeface="Calibri" panose="020F0502020204030204"/>
              </a:rPr>
              <a:t>P2P Networking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694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2D769-704E-BC0C-8E53-3850D3E5F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0175" indent="0">
              <a:buNone/>
            </a:pPr>
            <a:r>
              <a:rPr lang="en-US" dirty="0"/>
              <a:t>Select those statements that are </a:t>
            </a:r>
            <a:r>
              <a:rPr lang="en-US" i="1" u="sng" dirty="0">
                <a:solidFill>
                  <a:srgbClr val="2E2EB4"/>
                </a:solidFill>
              </a:rPr>
              <a:t>true</a:t>
            </a:r>
            <a:r>
              <a:rPr lang="en-US" dirty="0"/>
              <a:t>. </a:t>
            </a:r>
          </a:p>
          <a:p>
            <a:pPr marL="644525" indent="-514350">
              <a:buFont typeface="+mj-lt"/>
              <a:buAutoNum type="alphaLcParenR"/>
            </a:pPr>
            <a:r>
              <a:rPr lang="en-US" sz="2400" dirty="0"/>
              <a:t>The </a:t>
            </a:r>
            <a:r>
              <a:rPr lang="en-US" sz="2400" b="1" i="1" dirty="0"/>
              <a:t>“NS record” </a:t>
            </a:r>
            <a:r>
              <a:rPr lang="en-US" sz="2400" dirty="0"/>
              <a:t>in DNS maps a hostname to an IP address. </a:t>
            </a:r>
          </a:p>
          <a:p>
            <a:pPr marL="644525" indent="-514350">
              <a:buFont typeface="+mj-lt"/>
              <a:buAutoNum type="alphaLcParenR"/>
            </a:pPr>
            <a:r>
              <a:rPr lang="en-US" sz="2400" dirty="0"/>
              <a:t>DNS caching happens </a:t>
            </a:r>
            <a:r>
              <a:rPr lang="en-US" sz="2400" b="1" i="1" dirty="0"/>
              <a:t>only</a:t>
            </a:r>
            <a:r>
              <a:rPr lang="en-US" sz="2400" dirty="0"/>
              <a:t> at the local DNS server. </a:t>
            </a:r>
          </a:p>
          <a:p>
            <a:pPr marL="644525" indent="-514350">
              <a:buFont typeface="+mj-lt"/>
              <a:buAutoNum type="alphaLcParenR"/>
            </a:pPr>
            <a:r>
              <a:rPr lang="en-US" sz="2400" dirty="0"/>
              <a:t>The root DNS servers store the IP addresses for </a:t>
            </a:r>
            <a:r>
              <a:rPr lang="en-US" sz="2400" b="1" i="1" dirty="0"/>
              <a:t>all</a:t>
            </a:r>
            <a:r>
              <a:rPr lang="en-US" sz="2400" dirty="0"/>
              <a:t> hosts on the Internet.</a:t>
            </a:r>
          </a:p>
          <a:p>
            <a:pPr marL="644525" indent="-514350">
              <a:buFont typeface="+mj-lt"/>
              <a:buAutoNum type="alphaLcParenR"/>
            </a:pPr>
            <a:r>
              <a:rPr lang="en-US" sz="2400" dirty="0"/>
              <a:t>In a </a:t>
            </a:r>
            <a:r>
              <a:rPr lang="en-US" sz="2400" b="1" i="1" dirty="0"/>
              <a:t>recursive DNS query</a:t>
            </a:r>
            <a:r>
              <a:rPr lang="en-US" sz="2400" dirty="0"/>
              <a:t>, the DNS server contacted is responsible for resolving the name completely and returning the final answer to the client.</a:t>
            </a:r>
          </a:p>
          <a:p>
            <a:pPr marL="644525" indent="-514350">
              <a:buFont typeface="+mj-lt"/>
              <a:buAutoNum type="alphaLcParenR"/>
            </a:pPr>
            <a:r>
              <a:rPr lang="en-US" sz="2400" dirty="0"/>
              <a:t>In DNS,  </a:t>
            </a:r>
            <a:r>
              <a:rPr lang="en-US" sz="2400" b="1" i="1" dirty="0"/>
              <a:t>“CNAME record” </a:t>
            </a:r>
            <a:r>
              <a:rPr lang="en-US" sz="2400" dirty="0"/>
              <a:t>maps an alias hostname to the canonical hostname.</a:t>
            </a:r>
          </a:p>
          <a:p>
            <a:pPr marL="130175" indent="0">
              <a:buNone/>
            </a:pP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EED6A-4CCD-CA88-A8B2-069E1709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</a:t>
            </a:r>
            <a:r>
              <a:rPr lang="en-US" sz="2000"/>
              <a:t>[from previous exams]</a:t>
            </a:r>
          </a:p>
        </p:txBody>
      </p:sp>
    </p:spTree>
    <p:extLst>
      <p:ext uri="{BB962C8B-B14F-4D97-AF65-F5344CB8AC3E}">
        <p14:creationId xmlns:p14="http://schemas.microsoft.com/office/powerpoint/2010/main" val="2542460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C9421F-876C-9138-F23F-22A3EE948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Assume you are the founder of a new startup company, called </a:t>
            </a:r>
            <a:r>
              <a:rPr lang="en-US" sz="2400" i="1">
                <a:solidFill>
                  <a:srgbClr val="2E2EB4"/>
                </a:solidFill>
              </a:rPr>
              <a:t>NeuralMesh.com</a:t>
            </a:r>
            <a:r>
              <a:rPr lang="en-US" sz="2400"/>
              <a:t>, which provides agentic AI solutions for mesh network configurations. The following are the information for web, email, and DNS servers for your company.</a:t>
            </a:r>
          </a:p>
          <a:p>
            <a:pPr lvl="1"/>
            <a:r>
              <a:rPr lang="en-US" sz="2000" u="sng"/>
              <a:t>Web server: </a:t>
            </a:r>
            <a:r>
              <a:rPr lang="en-US" sz="2000">
                <a:solidFill>
                  <a:srgbClr val="2E2EB4"/>
                </a:solidFill>
              </a:rPr>
              <a:t>www.NeuralMesh.com has IP address: 129.237.120.20</a:t>
            </a:r>
          </a:p>
          <a:p>
            <a:pPr lvl="1"/>
            <a:r>
              <a:rPr lang="en-US" sz="2000" u="sng"/>
              <a:t>Mail server: </a:t>
            </a:r>
            <a:r>
              <a:rPr lang="en-US" sz="2000">
                <a:solidFill>
                  <a:srgbClr val="00B050"/>
                </a:solidFill>
              </a:rPr>
              <a:t>mail.NeuralMesh.com has IP address: 129.237.120.25</a:t>
            </a:r>
          </a:p>
          <a:p>
            <a:pPr lvl="1"/>
            <a:r>
              <a:rPr lang="en-US" sz="2000" u="sng"/>
              <a:t>DNS server: </a:t>
            </a:r>
            <a:r>
              <a:rPr lang="en-US" sz="2000">
                <a:solidFill>
                  <a:srgbClr val="C00000"/>
                </a:solidFill>
              </a:rPr>
              <a:t>dns1.</a:t>
            </a:r>
            <a:r>
              <a:rPr lang="en-US" sz="2000" i="1">
                <a:solidFill>
                  <a:srgbClr val="C00000"/>
                </a:solidFill>
              </a:rPr>
              <a:t> </a:t>
            </a:r>
            <a:r>
              <a:rPr lang="en-US" sz="2000">
                <a:solidFill>
                  <a:srgbClr val="C00000"/>
                </a:solidFill>
              </a:rPr>
              <a:t>NeuralMesh.com has IP address 129.237.120.10</a:t>
            </a:r>
          </a:p>
          <a:p>
            <a:r>
              <a:rPr lang="en-US" sz="2400" b="1" i="1" u="sng">
                <a:solidFill>
                  <a:srgbClr val="C00000"/>
                </a:solidFill>
              </a:rPr>
              <a:t>Part 1</a:t>
            </a:r>
            <a:r>
              <a:rPr lang="en-US" sz="2400" b="1" i="1">
                <a:solidFill>
                  <a:srgbClr val="C00000"/>
                </a:solidFill>
              </a:rPr>
              <a:t>: </a:t>
            </a:r>
            <a:r>
              <a:rPr lang="en-US" sz="2400"/>
              <a:t>List the resource records (RRs) that need to be provided to the .com TLD registrar. Provide (name, value, type) for each RR.</a:t>
            </a:r>
          </a:p>
          <a:p>
            <a:pPr marL="130175" indent="0">
              <a:buNone/>
            </a:pPr>
            <a:endParaRPr lang="en-US" sz="2400"/>
          </a:p>
          <a:p>
            <a:r>
              <a:rPr lang="en-US" sz="2400" b="1" i="1" u="sng">
                <a:solidFill>
                  <a:srgbClr val="C00000"/>
                </a:solidFill>
              </a:rPr>
              <a:t>Part 2</a:t>
            </a:r>
            <a:r>
              <a:rPr lang="en-US" sz="2400" b="1" i="1">
                <a:solidFill>
                  <a:srgbClr val="C00000"/>
                </a:solidFill>
              </a:rPr>
              <a:t>: </a:t>
            </a:r>
            <a:r>
              <a:rPr lang="en-US" sz="2400"/>
              <a:t>List the RRs that need to be added to the authoritative DNS server at your company.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92F801-B82D-4D6E-2CEB-E7A13114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</a:t>
            </a:r>
            <a:r>
              <a:rPr lang="en-US" sz="2000"/>
              <a:t>[from previous exams]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9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Video Streaming and CDNs: context</a:t>
            </a: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314CB26F-FC68-EA47-A348-5C2202E9D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3" y="1676400"/>
            <a:ext cx="8448901" cy="894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" name="Rectangle 43">
            <a:extLst>
              <a:ext uri="{FF2B5EF4-FFF2-40B4-BE49-F238E27FC236}">
                <a16:creationId xmlns:a16="http://schemas.microsoft.com/office/drawing/2014/main" id="{429AF3E8-B41E-F946-8623-A7772106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58" y="1352421"/>
            <a:ext cx="9225965" cy="482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7188" marR="0" lvl="0" indent="-3413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 video traffic: major consumer of Internet bandwidth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endParaRPr kumimoji="0" lang="en-US" altLang="en-US" sz="28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Challenge 1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: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heterogeneity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different users have different capabilities (e.g., wired versus mobile; bandwidth-rich versus bandwidth-poor)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altLang="en-US" sz="28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Challenge 2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scale: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to reach ~1B users?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single mega-video server won’t work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Solution: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2E2EB4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distributed, application-level infrastructure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490FE7-7B64-5842-93B2-68157E0F2658}"/>
              </a:ext>
            </a:extLst>
          </p:cNvPr>
          <p:cNvGrpSpPr/>
          <p:nvPr/>
        </p:nvGrpSpPr>
        <p:grpSpPr>
          <a:xfrm>
            <a:off x="9518829" y="990600"/>
            <a:ext cx="2671762" cy="4033838"/>
            <a:chOff x="9219616" y="1676400"/>
            <a:chExt cx="2671762" cy="4033838"/>
          </a:xfrm>
        </p:grpSpPr>
        <p:pic>
          <p:nvPicPr>
            <p:cNvPr id="85" name="Picture 5">
              <a:extLst>
                <a:ext uri="{FF2B5EF4-FFF2-40B4-BE49-F238E27FC236}">
                  <a16:creationId xmlns:a16="http://schemas.microsoft.com/office/drawing/2014/main" id="{8CD6D4B6-6A4F-D142-9B0C-0E622DB3E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9616" y="3865563"/>
              <a:ext cx="2671762" cy="1495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2">
              <a:extLst>
                <a:ext uri="{FF2B5EF4-FFF2-40B4-BE49-F238E27FC236}">
                  <a16:creationId xmlns:a16="http://schemas.microsoft.com/office/drawing/2014/main" id="{4DE1A959-4B7D-1A4F-80C4-8A52E8561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1891" y="1676400"/>
              <a:ext cx="1779587" cy="1104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3">
              <a:extLst>
                <a:ext uri="{FF2B5EF4-FFF2-40B4-BE49-F238E27FC236}">
                  <a16:creationId xmlns:a16="http://schemas.microsoft.com/office/drawing/2014/main" id="{F2FB8318-CA96-2746-94FD-3A5ACA1FD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2253" y="2740025"/>
              <a:ext cx="1227138" cy="569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4">
              <a:extLst>
                <a:ext uri="{FF2B5EF4-FFF2-40B4-BE49-F238E27FC236}">
                  <a16:creationId xmlns:a16="http://schemas.microsoft.com/office/drawing/2014/main" id="{68F0931E-27CB-E148-ABF8-CC9A9219B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8603" y="3571875"/>
              <a:ext cx="1211263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6">
              <a:extLst>
                <a:ext uri="{FF2B5EF4-FFF2-40B4-BE49-F238E27FC236}">
                  <a16:creationId xmlns:a16="http://schemas.microsoft.com/office/drawing/2014/main" id="{4FD2F200-10A9-4643-8C58-A3B6FC34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9553" y="5002213"/>
              <a:ext cx="1501775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3030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>
                <a:solidFill>
                  <a:srgbClr val="00B050"/>
                </a:solidFill>
                <a:ea typeface="ＭＳ Ｐゴシック" panose="020B0600070205080204" pitchFamily="34" charset="-128"/>
              </a:rPr>
              <a:t>Solution 1 - </a:t>
            </a:r>
            <a:r>
              <a:rPr lang="en-US" altLang="en-US" sz="4400">
                <a:ea typeface="ＭＳ Ｐゴシック" panose="020B0600070205080204" pitchFamily="34" charset="-128"/>
              </a:rPr>
              <a:t>Streaming multimedia: DASH</a:t>
            </a: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86288FC-1EC1-EF4E-A6E3-F04D9EE4709E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390076"/>
            <a:ext cx="10369274" cy="5053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DASH: D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ynamic,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daptive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treaming over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divides video file into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multiple chunks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chunk stored,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encoded at different rates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1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manifest file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provides URLs for different chunks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periodically measures server-to-client bandwidth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consulting manifest, requests one chunk at a time 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chooses maximum encoding rate sustainable given current bandwidth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 choose different encoding rates at different points in time (depending on available bandwidth at time)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A10A38-8204-1647-BC98-801D2C47A228}"/>
              </a:ext>
            </a:extLst>
          </p:cNvPr>
          <p:cNvGrpSpPr/>
          <p:nvPr/>
        </p:nvGrpSpPr>
        <p:grpSpPr>
          <a:xfrm>
            <a:off x="7788730" y="2387938"/>
            <a:ext cx="3961817" cy="1342798"/>
            <a:chOff x="2942641" y="1846264"/>
            <a:chExt cx="6276975" cy="1962149"/>
          </a:xfrm>
        </p:grpSpPr>
        <p:grpSp>
          <p:nvGrpSpPr>
            <p:cNvPr id="83" name="Group 2">
              <a:extLst>
                <a:ext uri="{FF2B5EF4-FFF2-40B4-BE49-F238E27FC236}">
                  <a16:creationId xmlns:a16="http://schemas.microsoft.com/office/drawing/2014/main" id="{9A7A8A74-A0E2-3644-AA0C-7BB1A52C69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829" y="1846264"/>
              <a:ext cx="2109787" cy="1582738"/>
              <a:chOff x="1842724" y="2867233"/>
              <a:chExt cx="5649912" cy="3416300"/>
            </a:xfrm>
          </p:grpSpPr>
          <p:sp>
            <p:nvSpPr>
              <p:cNvPr id="132" name="AutoShape 99">
                <a:extLst>
                  <a:ext uri="{FF2B5EF4-FFF2-40B4-BE49-F238E27FC236}">
                    <a16:creationId xmlns:a16="http://schemas.microsoft.com/office/drawing/2014/main" id="{D8FF0D2B-11D6-E14D-8613-95A5F592C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724" y="2867233"/>
                <a:ext cx="5649912" cy="768350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Rectangle 87">
                <a:extLst>
                  <a:ext uri="{FF2B5EF4-FFF2-40B4-BE49-F238E27FC236}">
                    <a16:creationId xmlns:a16="http://schemas.microsoft.com/office/drawing/2014/main" id="{425C8A07-3451-944E-A52E-58B7C446E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7699" y="3621296"/>
                <a:ext cx="4781550" cy="2662237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4" name="Group 249">
              <a:extLst>
                <a:ext uri="{FF2B5EF4-FFF2-40B4-BE49-F238E27FC236}">
                  <a16:creationId xmlns:a16="http://schemas.microsoft.com/office/drawing/2014/main" id="{2975C00A-8B8A-DB4E-8401-B2809BB45D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677" y="2406650"/>
              <a:ext cx="427036" cy="785813"/>
              <a:chOff x="4140" y="429"/>
              <a:chExt cx="1425" cy="2396"/>
            </a:xfrm>
          </p:grpSpPr>
          <p:sp>
            <p:nvSpPr>
              <p:cNvPr id="100" name="Freeform 250">
                <a:extLst>
                  <a:ext uri="{FF2B5EF4-FFF2-40B4-BE49-F238E27FC236}">
                    <a16:creationId xmlns:a16="http://schemas.microsoft.com/office/drawing/2014/main" id="{CB346EFE-1967-EE40-BBB6-1006F9CAD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Rectangle 251">
                <a:extLst>
                  <a:ext uri="{FF2B5EF4-FFF2-40B4-BE49-F238E27FC236}">
                    <a16:creationId xmlns:a16="http://schemas.microsoft.com/office/drawing/2014/main" id="{9E9E882E-AC07-5F44-8557-C1C48F5F2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2" name="Freeform 252">
                <a:extLst>
                  <a:ext uri="{FF2B5EF4-FFF2-40B4-BE49-F238E27FC236}">
                    <a16:creationId xmlns:a16="http://schemas.microsoft.com/office/drawing/2014/main" id="{AE7CB755-779F-A440-BD9B-9EFB9398F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253">
                <a:extLst>
                  <a:ext uri="{FF2B5EF4-FFF2-40B4-BE49-F238E27FC236}">
                    <a16:creationId xmlns:a16="http://schemas.microsoft.com/office/drawing/2014/main" id="{538C7DFB-830E-8540-990A-289AB510B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Rectangle 254">
                <a:extLst>
                  <a:ext uri="{FF2B5EF4-FFF2-40B4-BE49-F238E27FC236}">
                    <a16:creationId xmlns:a16="http://schemas.microsoft.com/office/drawing/2014/main" id="{A3AA418F-23CD-B84F-9AD1-E8F51CAC5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105" name="Group 255">
                <a:extLst>
                  <a:ext uri="{FF2B5EF4-FFF2-40B4-BE49-F238E27FC236}">
                    <a16:creationId xmlns:a16="http://schemas.microsoft.com/office/drawing/2014/main" id="{D5039DC2-1B99-2343-B1E4-ED05F18537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130" name="AutoShape 256">
                  <a:extLst>
                    <a:ext uri="{FF2B5EF4-FFF2-40B4-BE49-F238E27FC236}">
                      <a16:creationId xmlns:a16="http://schemas.microsoft.com/office/drawing/2014/main" id="{45D0642B-8E4A-F643-90BA-6B5B068030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31" name="AutoShape 257">
                  <a:extLst>
                    <a:ext uri="{FF2B5EF4-FFF2-40B4-BE49-F238E27FC236}">
                      <a16:creationId xmlns:a16="http://schemas.microsoft.com/office/drawing/2014/main" id="{3509BE5E-C5B8-4742-8429-53EE2C5494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06" name="Rectangle 258">
                <a:extLst>
                  <a:ext uri="{FF2B5EF4-FFF2-40B4-BE49-F238E27FC236}">
                    <a16:creationId xmlns:a16="http://schemas.microsoft.com/office/drawing/2014/main" id="{32920529-0221-C64E-A440-6CB51D37F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107" name="Group 259">
                <a:extLst>
                  <a:ext uri="{FF2B5EF4-FFF2-40B4-BE49-F238E27FC236}">
                    <a16:creationId xmlns:a16="http://schemas.microsoft.com/office/drawing/2014/main" id="{E5BFCD4D-02E0-CA44-85BF-1519735A56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50" y="993"/>
                <a:ext cx="578" cy="131"/>
                <a:chOff x="617" y="2569"/>
                <a:chExt cx="721" cy="136"/>
              </a:xfrm>
            </p:grpSpPr>
            <p:sp>
              <p:nvSpPr>
                <p:cNvPr id="128" name="AutoShape 260">
                  <a:extLst>
                    <a:ext uri="{FF2B5EF4-FFF2-40B4-BE49-F238E27FC236}">
                      <a16:creationId xmlns:a16="http://schemas.microsoft.com/office/drawing/2014/main" id="{E2D6F809-69FF-9A47-9553-ACAC3A5EA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9" name="AutoShape 261">
                  <a:extLst>
                    <a:ext uri="{FF2B5EF4-FFF2-40B4-BE49-F238E27FC236}">
                      <a16:creationId xmlns:a16="http://schemas.microsoft.com/office/drawing/2014/main" id="{932CD479-8BC1-C749-A96F-3B1402566C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08" name="Rectangle 262">
                <a:extLst>
                  <a:ext uri="{FF2B5EF4-FFF2-40B4-BE49-F238E27FC236}">
                    <a16:creationId xmlns:a16="http://schemas.microsoft.com/office/drawing/2014/main" id="{2011783D-1372-5340-BCED-AC842F1C58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9" name="Rectangle 263">
                <a:extLst>
                  <a:ext uri="{FF2B5EF4-FFF2-40B4-BE49-F238E27FC236}">
                    <a16:creationId xmlns:a16="http://schemas.microsoft.com/office/drawing/2014/main" id="{C9C65939-7AEE-9B4F-BBBB-B53CB619E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110" name="Group 264">
                <a:extLst>
                  <a:ext uri="{FF2B5EF4-FFF2-40B4-BE49-F238E27FC236}">
                    <a16:creationId xmlns:a16="http://schemas.microsoft.com/office/drawing/2014/main" id="{02D23335-DADD-6845-9FCF-19678BB914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1"/>
                <a:ext cx="577" cy="150"/>
                <a:chOff x="612" y="2570"/>
                <a:chExt cx="719" cy="138"/>
              </a:xfrm>
            </p:grpSpPr>
            <p:sp>
              <p:nvSpPr>
                <p:cNvPr id="126" name="AutoShape 265">
                  <a:extLst>
                    <a:ext uri="{FF2B5EF4-FFF2-40B4-BE49-F238E27FC236}">
                      <a16:creationId xmlns:a16="http://schemas.microsoft.com/office/drawing/2014/main" id="{9F3F9D05-506B-FF4F-9401-AF33543B17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7" name="AutoShape 266">
                  <a:extLst>
                    <a:ext uri="{FF2B5EF4-FFF2-40B4-BE49-F238E27FC236}">
                      <a16:creationId xmlns:a16="http://schemas.microsoft.com/office/drawing/2014/main" id="{4282A724-826B-B143-8AC0-DC79D5EB44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11" name="Freeform 267">
                <a:extLst>
                  <a:ext uri="{FF2B5EF4-FFF2-40B4-BE49-F238E27FC236}">
                    <a16:creationId xmlns:a16="http://schemas.microsoft.com/office/drawing/2014/main" id="{021B047E-60EF-D148-81C9-49DCFE69C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2" name="Group 268">
                <a:extLst>
                  <a:ext uri="{FF2B5EF4-FFF2-40B4-BE49-F238E27FC236}">
                    <a16:creationId xmlns:a16="http://schemas.microsoft.com/office/drawing/2014/main" id="{DED72DA6-23AD-134D-85EE-B696A62739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124" name="AutoShape 269">
                  <a:extLst>
                    <a:ext uri="{FF2B5EF4-FFF2-40B4-BE49-F238E27FC236}">
                      <a16:creationId xmlns:a16="http://schemas.microsoft.com/office/drawing/2014/main" id="{C8EFD858-EFAC-A543-9F91-7BB2D77D29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5" name="AutoShape 270">
                  <a:extLst>
                    <a:ext uri="{FF2B5EF4-FFF2-40B4-BE49-F238E27FC236}">
                      <a16:creationId xmlns:a16="http://schemas.microsoft.com/office/drawing/2014/main" id="{FABB3E39-009F-2843-B1CB-4C1321020E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13" name="Rectangle 271">
                <a:extLst>
                  <a:ext uri="{FF2B5EF4-FFF2-40B4-BE49-F238E27FC236}">
                    <a16:creationId xmlns:a16="http://schemas.microsoft.com/office/drawing/2014/main" id="{E533B9BA-C9BF-844D-9ABC-B29E2E9B7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4" name="Freeform 272">
                <a:extLst>
                  <a:ext uri="{FF2B5EF4-FFF2-40B4-BE49-F238E27FC236}">
                    <a16:creationId xmlns:a16="http://schemas.microsoft.com/office/drawing/2014/main" id="{023F6EA6-D9D0-B443-9F3E-D3BAF9BB0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Freeform 273">
                <a:extLst>
                  <a:ext uri="{FF2B5EF4-FFF2-40B4-BE49-F238E27FC236}">
                    <a16:creationId xmlns:a16="http://schemas.microsoft.com/office/drawing/2014/main" id="{CD6A59C0-5CC5-714B-97EA-3B0194FD4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Oval 274">
                <a:extLst>
                  <a:ext uri="{FF2B5EF4-FFF2-40B4-BE49-F238E27FC236}">
                    <a16:creationId xmlns:a16="http://schemas.microsoft.com/office/drawing/2014/main" id="{92208AD0-400D-FB43-B633-7464BA63D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7" name="Freeform 275">
                <a:extLst>
                  <a:ext uri="{FF2B5EF4-FFF2-40B4-BE49-F238E27FC236}">
                    <a16:creationId xmlns:a16="http://schemas.microsoft.com/office/drawing/2014/main" id="{7A38E823-6B34-2147-8CCC-8B6710E4A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AutoShape 276">
                <a:extLst>
                  <a:ext uri="{FF2B5EF4-FFF2-40B4-BE49-F238E27FC236}">
                    <a16:creationId xmlns:a16="http://schemas.microsoft.com/office/drawing/2014/main" id="{00686B52-C381-B344-AB96-FAF77A2EE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9" name="AutoShape 277">
                <a:extLst>
                  <a:ext uri="{FF2B5EF4-FFF2-40B4-BE49-F238E27FC236}">
                    <a16:creationId xmlns:a16="http://schemas.microsoft.com/office/drawing/2014/main" id="{A8150F42-64DC-A444-B5B3-16FBDD3EA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0" name="Oval 278">
                <a:extLst>
                  <a:ext uri="{FF2B5EF4-FFF2-40B4-BE49-F238E27FC236}">
                    <a16:creationId xmlns:a16="http://schemas.microsoft.com/office/drawing/2014/main" id="{5738C1EC-E073-3E43-B96C-2596474FA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1" name="Oval 279">
                <a:extLst>
                  <a:ext uri="{FF2B5EF4-FFF2-40B4-BE49-F238E27FC236}">
                    <a16:creationId xmlns:a16="http://schemas.microsoft.com/office/drawing/2014/main" id="{1780645A-6086-3C4F-BBCE-64462042A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2" name="Oval 280">
                <a:extLst>
                  <a:ext uri="{FF2B5EF4-FFF2-40B4-BE49-F238E27FC236}">
                    <a16:creationId xmlns:a16="http://schemas.microsoft.com/office/drawing/2014/main" id="{0978C948-5C14-3E49-B833-BFC3EF047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3" name="Rectangle 281">
                <a:extLst>
                  <a:ext uri="{FF2B5EF4-FFF2-40B4-BE49-F238E27FC236}">
                    <a16:creationId xmlns:a16="http://schemas.microsoft.com/office/drawing/2014/main" id="{B300415C-511F-1D49-86B6-876E0CC6E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85" name="Group 134">
              <a:extLst>
                <a:ext uri="{FF2B5EF4-FFF2-40B4-BE49-F238E27FC236}">
                  <a16:creationId xmlns:a16="http://schemas.microsoft.com/office/drawing/2014/main" id="{82E451C2-1F00-2343-A319-8C11E6CF5D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2641" y="2038350"/>
              <a:ext cx="1281113" cy="363538"/>
              <a:chOff x="3621" y="3265"/>
              <a:chExt cx="1776" cy="744"/>
            </a:xfrm>
          </p:grpSpPr>
          <p:pic>
            <p:nvPicPr>
              <p:cNvPr id="96" name="Picture 135" descr="reellogo">
                <a:extLst>
                  <a:ext uri="{FF2B5EF4-FFF2-40B4-BE49-F238E27FC236}">
                    <a16:creationId xmlns:a16="http://schemas.microsoft.com/office/drawing/2014/main" id="{4424E827-5D97-2940-A1EB-B240374F26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21" y="3265"/>
                <a:ext cx="1776" cy="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136">
                <a:extLst>
                  <a:ext uri="{FF2B5EF4-FFF2-40B4-BE49-F238E27FC236}">
                    <a16:creationId xmlns:a16="http://schemas.microsoft.com/office/drawing/2014/main" id="{3E3A07CF-BBAD-3D46-B4BD-09073B392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1" y="3288"/>
                <a:ext cx="1402" cy="439"/>
              </a:xfrm>
              <a:custGeom>
                <a:avLst/>
                <a:gdLst>
                  <a:gd name="T0" fmla="*/ 0 w 1401"/>
                  <a:gd name="T1" fmla="*/ 6 h 438"/>
                  <a:gd name="T2" fmla="*/ 27 w 1401"/>
                  <a:gd name="T3" fmla="*/ 385 h 438"/>
                  <a:gd name="T4" fmla="*/ 114 w 1401"/>
                  <a:gd name="T5" fmla="*/ 382 h 438"/>
                  <a:gd name="T6" fmla="*/ 132 w 1401"/>
                  <a:gd name="T7" fmla="*/ 358 h 438"/>
                  <a:gd name="T8" fmla="*/ 210 w 1401"/>
                  <a:gd name="T9" fmla="*/ 403 h 438"/>
                  <a:gd name="T10" fmla="*/ 450 w 1401"/>
                  <a:gd name="T11" fmla="*/ 385 h 438"/>
                  <a:gd name="T12" fmla="*/ 486 w 1401"/>
                  <a:gd name="T13" fmla="*/ 394 h 438"/>
                  <a:gd name="T14" fmla="*/ 690 w 1401"/>
                  <a:gd name="T15" fmla="*/ 418 h 438"/>
                  <a:gd name="T16" fmla="*/ 1075 w 1401"/>
                  <a:gd name="T17" fmla="*/ 439 h 438"/>
                  <a:gd name="T18" fmla="*/ 1402 w 1401"/>
                  <a:gd name="T19" fmla="*/ 421 h 438"/>
                  <a:gd name="T20" fmla="*/ 1393 w 1401"/>
                  <a:gd name="T21" fmla="*/ 165 h 438"/>
                  <a:gd name="T22" fmla="*/ 291 w 1401"/>
                  <a:gd name="T23" fmla="*/ 0 h 438"/>
                  <a:gd name="T24" fmla="*/ 0 w 1401"/>
                  <a:gd name="T25" fmla="*/ 6 h 43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401" h="438">
                    <a:moveTo>
                      <a:pt x="0" y="6"/>
                    </a:moveTo>
                    <a:lnTo>
                      <a:pt x="27" y="384"/>
                    </a:lnTo>
                    <a:lnTo>
                      <a:pt x="114" y="381"/>
                    </a:lnTo>
                    <a:lnTo>
                      <a:pt x="132" y="357"/>
                    </a:lnTo>
                    <a:lnTo>
                      <a:pt x="210" y="402"/>
                    </a:lnTo>
                    <a:lnTo>
                      <a:pt x="450" y="384"/>
                    </a:lnTo>
                    <a:lnTo>
                      <a:pt x="486" y="393"/>
                    </a:lnTo>
                    <a:lnTo>
                      <a:pt x="690" y="417"/>
                    </a:lnTo>
                    <a:lnTo>
                      <a:pt x="1074" y="438"/>
                    </a:lnTo>
                    <a:lnTo>
                      <a:pt x="1401" y="420"/>
                    </a:lnTo>
                    <a:lnTo>
                      <a:pt x="1392" y="165"/>
                    </a:lnTo>
                    <a:lnTo>
                      <a:pt x="29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37">
                <a:extLst>
                  <a:ext uri="{FF2B5EF4-FFF2-40B4-BE49-F238E27FC236}">
                    <a16:creationId xmlns:a16="http://schemas.microsoft.com/office/drawing/2014/main" id="{61282358-1528-BC4D-BE78-703895105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2" y="3860"/>
                <a:ext cx="999" cy="120"/>
              </a:xfrm>
              <a:custGeom>
                <a:avLst/>
                <a:gdLst>
                  <a:gd name="T0" fmla="*/ 0 w 999"/>
                  <a:gd name="T1" fmla="*/ 6 h 123"/>
                  <a:gd name="T2" fmla="*/ 717 w 999"/>
                  <a:gd name="T3" fmla="*/ 12 h 123"/>
                  <a:gd name="T4" fmla="*/ 744 w 999"/>
                  <a:gd name="T5" fmla="*/ 35 h 123"/>
                  <a:gd name="T6" fmla="*/ 801 w 999"/>
                  <a:gd name="T7" fmla="*/ 41 h 123"/>
                  <a:gd name="T8" fmla="*/ 876 w 999"/>
                  <a:gd name="T9" fmla="*/ 6 h 123"/>
                  <a:gd name="T10" fmla="*/ 933 w 999"/>
                  <a:gd name="T11" fmla="*/ 0 h 123"/>
                  <a:gd name="T12" fmla="*/ 981 w 999"/>
                  <a:gd name="T13" fmla="*/ 15 h 123"/>
                  <a:gd name="T14" fmla="*/ 999 w 999"/>
                  <a:gd name="T15" fmla="*/ 50 h 123"/>
                  <a:gd name="T16" fmla="*/ 987 w 999"/>
                  <a:gd name="T17" fmla="*/ 120 h 123"/>
                  <a:gd name="T18" fmla="*/ 18 w 999"/>
                  <a:gd name="T19" fmla="*/ 117 h 123"/>
                  <a:gd name="T20" fmla="*/ 0 w 999"/>
                  <a:gd name="T21" fmla="*/ 6 h 1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99" h="123">
                    <a:moveTo>
                      <a:pt x="0" y="6"/>
                    </a:moveTo>
                    <a:lnTo>
                      <a:pt x="717" y="12"/>
                    </a:lnTo>
                    <a:lnTo>
                      <a:pt x="744" y="36"/>
                    </a:lnTo>
                    <a:lnTo>
                      <a:pt x="801" y="42"/>
                    </a:lnTo>
                    <a:lnTo>
                      <a:pt x="876" y="6"/>
                    </a:lnTo>
                    <a:lnTo>
                      <a:pt x="933" y="0"/>
                    </a:lnTo>
                    <a:lnTo>
                      <a:pt x="981" y="15"/>
                    </a:lnTo>
                    <a:lnTo>
                      <a:pt x="999" y="51"/>
                    </a:lnTo>
                    <a:lnTo>
                      <a:pt x="987" y="123"/>
                    </a:lnTo>
                    <a:lnTo>
                      <a:pt x="18" y="12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9" name="Picture 138" descr="video1">
                <a:extLst>
                  <a:ext uri="{FF2B5EF4-FFF2-40B4-BE49-F238E27FC236}">
                    <a16:creationId xmlns:a16="http://schemas.microsoft.com/office/drawing/2014/main" id="{CA20B2BA-4F8A-F24F-9BF5-1619CBAA3C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83" y="3400"/>
                <a:ext cx="889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6" name="Group 349">
              <a:extLst>
                <a:ext uri="{FF2B5EF4-FFF2-40B4-BE49-F238E27FC236}">
                  <a16:creationId xmlns:a16="http://schemas.microsoft.com/office/drawing/2014/main" id="{FB3E850F-A738-3440-94BE-84DC7D04E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68633" y="2625729"/>
              <a:ext cx="677860" cy="663576"/>
              <a:chOff x="4437" y="1472"/>
              <a:chExt cx="427" cy="418"/>
            </a:xfrm>
          </p:grpSpPr>
          <p:sp>
            <p:nvSpPr>
              <p:cNvPr id="92" name="Rectangle 350">
                <a:extLst>
                  <a:ext uri="{FF2B5EF4-FFF2-40B4-BE49-F238E27FC236}">
                    <a16:creationId xmlns:a16="http://schemas.microsoft.com/office/drawing/2014/main" id="{C98E87F3-3D51-1D49-B30C-7C1024C09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3" name="Rectangle 351">
                <a:extLst>
                  <a:ext uri="{FF2B5EF4-FFF2-40B4-BE49-F238E27FC236}">
                    <a16:creationId xmlns:a16="http://schemas.microsoft.com/office/drawing/2014/main" id="{5C82643F-4271-3B42-9F3B-B7B12330C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4" name="Rectangle 352">
                <a:extLst>
                  <a:ext uri="{FF2B5EF4-FFF2-40B4-BE49-F238E27FC236}">
                    <a16:creationId xmlns:a16="http://schemas.microsoft.com/office/drawing/2014/main" id="{1EA9D5C0-B75D-4246-913C-E7244027F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5" name="Rectangle 353">
                <a:extLst>
                  <a:ext uri="{FF2B5EF4-FFF2-40B4-BE49-F238E27FC236}">
                    <a16:creationId xmlns:a16="http://schemas.microsoft.com/office/drawing/2014/main" id="{E47A4C49-C526-3C4C-B924-327B60249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87" name="Freeform 1287">
              <a:extLst>
                <a:ext uri="{FF2B5EF4-FFF2-40B4-BE49-F238E27FC236}">
                  <a16:creationId xmlns:a16="http://schemas.microsoft.com/office/drawing/2014/main" id="{45307357-2A7B-E14D-AE40-0D4C4ABCB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741" y="2066925"/>
              <a:ext cx="2320925" cy="1228725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8" name="Straight Connector 45">
              <a:extLst>
                <a:ext uri="{FF2B5EF4-FFF2-40B4-BE49-F238E27FC236}">
                  <a16:creationId xmlns:a16="http://schemas.microsoft.com/office/drawing/2014/main" id="{B04F1DEF-65F1-4642-AA4D-E370A1DBE0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18966" y="2632075"/>
              <a:ext cx="1241425" cy="0"/>
            </a:xfrm>
            <a:prstGeom prst="line">
              <a:avLst/>
            </a:prstGeom>
            <a:noFill/>
            <a:ln w="317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Straight Connector 46">
              <a:extLst>
                <a:ext uri="{FF2B5EF4-FFF2-40B4-BE49-F238E27FC236}">
                  <a16:creationId xmlns:a16="http://schemas.microsoft.com/office/drawing/2014/main" id="{B7BA493E-B136-3644-B5ED-FCD15986A4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30329" y="2662238"/>
              <a:ext cx="1531937" cy="0"/>
            </a:xfrm>
            <a:prstGeom prst="line">
              <a:avLst/>
            </a:prstGeom>
            <a:noFill/>
            <a:ln w="317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0" name="TextBox 64">
              <a:extLst>
                <a:ext uri="{FF2B5EF4-FFF2-40B4-BE49-F238E27FC236}">
                  <a16:creationId xmlns:a16="http://schemas.microsoft.com/office/drawing/2014/main" id="{444AB8CD-A73E-654C-9834-C15EB11A0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4516" y="3440113"/>
              <a:ext cx="76676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client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1" name="TextBox 64">
              <a:extLst>
                <a:ext uri="{FF2B5EF4-FFF2-40B4-BE49-F238E27FC236}">
                  <a16:creationId xmlns:a16="http://schemas.microsoft.com/office/drawing/2014/main" id="{0E442F75-B562-B641-AC65-4B3CCE9BA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791" y="2895600"/>
              <a:ext cx="919163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Internet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304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>
                <a:solidFill>
                  <a:srgbClr val="00B050"/>
                </a:solidFill>
                <a:ea typeface="ＭＳ Ｐゴシック" panose="020B0600070205080204" pitchFamily="34" charset="-128"/>
              </a:rPr>
              <a:t>Solution 1 - </a:t>
            </a:r>
            <a:r>
              <a:rPr lang="en-US" altLang="en-US" sz="4400">
                <a:ea typeface="ＭＳ Ｐゴシック" panose="020B0600070205080204" pitchFamily="34" charset="-128"/>
              </a:rPr>
              <a:t>Streaming multimedia: DASH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A10A38-8204-1647-BC98-801D2C47A228}"/>
              </a:ext>
            </a:extLst>
          </p:cNvPr>
          <p:cNvGrpSpPr/>
          <p:nvPr/>
        </p:nvGrpSpPr>
        <p:grpSpPr>
          <a:xfrm>
            <a:off x="7788730" y="2387938"/>
            <a:ext cx="3961817" cy="1342798"/>
            <a:chOff x="2942641" y="1846264"/>
            <a:chExt cx="6276975" cy="1962149"/>
          </a:xfrm>
        </p:grpSpPr>
        <p:grpSp>
          <p:nvGrpSpPr>
            <p:cNvPr id="83" name="Group 2">
              <a:extLst>
                <a:ext uri="{FF2B5EF4-FFF2-40B4-BE49-F238E27FC236}">
                  <a16:creationId xmlns:a16="http://schemas.microsoft.com/office/drawing/2014/main" id="{9A7A8A74-A0E2-3644-AA0C-7BB1A52C69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829" y="1846264"/>
              <a:ext cx="2109787" cy="1582738"/>
              <a:chOff x="1842724" y="2867233"/>
              <a:chExt cx="5649912" cy="3416300"/>
            </a:xfrm>
          </p:grpSpPr>
          <p:sp>
            <p:nvSpPr>
              <p:cNvPr id="132" name="AutoShape 99">
                <a:extLst>
                  <a:ext uri="{FF2B5EF4-FFF2-40B4-BE49-F238E27FC236}">
                    <a16:creationId xmlns:a16="http://schemas.microsoft.com/office/drawing/2014/main" id="{D8FF0D2B-11D6-E14D-8613-95A5F592C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724" y="2867233"/>
                <a:ext cx="5649912" cy="768350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Rectangle 87">
                <a:extLst>
                  <a:ext uri="{FF2B5EF4-FFF2-40B4-BE49-F238E27FC236}">
                    <a16:creationId xmlns:a16="http://schemas.microsoft.com/office/drawing/2014/main" id="{425C8A07-3451-944E-A52E-58B7C446E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7699" y="3621296"/>
                <a:ext cx="4781550" cy="2662237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4" name="Group 249">
              <a:extLst>
                <a:ext uri="{FF2B5EF4-FFF2-40B4-BE49-F238E27FC236}">
                  <a16:creationId xmlns:a16="http://schemas.microsoft.com/office/drawing/2014/main" id="{2975C00A-8B8A-DB4E-8401-B2809BB45D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677" y="2406650"/>
              <a:ext cx="427036" cy="785813"/>
              <a:chOff x="4140" y="429"/>
              <a:chExt cx="1425" cy="2396"/>
            </a:xfrm>
          </p:grpSpPr>
          <p:sp>
            <p:nvSpPr>
              <p:cNvPr id="100" name="Freeform 250">
                <a:extLst>
                  <a:ext uri="{FF2B5EF4-FFF2-40B4-BE49-F238E27FC236}">
                    <a16:creationId xmlns:a16="http://schemas.microsoft.com/office/drawing/2014/main" id="{CB346EFE-1967-EE40-BBB6-1006F9CAD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Rectangle 251">
                <a:extLst>
                  <a:ext uri="{FF2B5EF4-FFF2-40B4-BE49-F238E27FC236}">
                    <a16:creationId xmlns:a16="http://schemas.microsoft.com/office/drawing/2014/main" id="{9E9E882E-AC07-5F44-8557-C1C48F5F2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2" name="Freeform 252">
                <a:extLst>
                  <a:ext uri="{FF2B5EF4-FFF2-40B4-BE49-F238E27FC236}">
                    <a16:creationId xmlns:a16="http://schemas.microsoft.com/office/drawing/2014/main" id="{AE7CB755-779F-A440-BD9B-9EFB9398F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253">
                <a:extLst>
                  <a:ext uri="{FF2B5EF4-FFF2-40B4-BE49-F238E27FC236}">
                    <a16:creationId xmlns:a16="http://schemas.microsoft.com/office/drawing/2014/main" id="{538C7DFB-830E-8540-990A-289AB510B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Rectangle 254">
                <a:extLst>
                  <a:ext uri="{FF2B5EF4-FFF2-40B4-BE49-F238E27FC236}">
                    <a16:creationId xmlns:a16="http://schemas.microsoft.com/office/drawing/2014/main" id="{A3AA418F-23CD-B84F-9AD1-E8F51CAC5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105" name="Group 255">
                <a:extLst>
                  <a:ext uri="{FF2B5EF4-FFF2-40B4-BE49-F238E27FC236}">
                    <a16:creationId xmlns:a16="http://schemas.microsoft.com/office/drawing/2014/main" id="{D5039DC2-1B99-2343-B1E4-ED05F18537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130" name="AutoShape 256">
                  <a:extLst>
                    <a:ext uri="{FF2B5EF4-FFF2-40B4-BE49-F238E27FC236}">
                      <a16:creationId xmlns:a16="http://schemas.microsoft.com/office/drawing/2014/main" id="{45D0642B-8E4A-F643-90BA-6B5B068030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31" name="AutoShape 257">
                  <a:extLst>
                    <a:ext uri="{FF2B5EF4-FFF2-40B4-BE49-F238E27FC236}">
                      <a16:creationId xmlns:a16="http://schemas.microsoft.com/office/drawing/2014/main" id="{3509BE5E-C5B8-4742-8429-53EE2C5494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06" name="Rectangle 258">
                <a:extLst>
                  <a:ext uri="{FF2B5EF4-FFF2-40B4-BE49-F238E27FC236}">
                    <a16:creationId xmlns:a16="http://schemas.microsoft.com/office/drawing/2014/main" id="{32920529-0221-C64E-A440-6CB51D37F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107" name="Group 259">
                <a:extLst>
                  <a:ext uri="{FF2B5EF4-FFF2-40B4-BE49-F238E27FC236}">
                    <a16:creationId xmlns:a16="http://schemas.microsoft.com/office/drawing/2014/main" id="{E5BFCD4D-02E0-CA44-85BF-1519735A56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50" y="993"/>
                <a:ext cx="578" cy="131"/>
                <a:chOff x="617" y="2569"/>
                <a:chExt cx="721" cy="136"/>
              </a:xfrm>
            </p:grpSpPr>
            <p:sp>
              <p:nvSpPr>
                <p:cNvPr id="128" name="AutoShape 260">
                  <a:extLst>
                    <a:ext uri="{FF2B5EF4-FFF2-40B4-BE49-F238E27FC236}">
                      <a16:creationId xmlns:a16="http://schemas.microsoft.com/office/drawing/2014/main" id="{E2D6F809-69FF-9A47-9553-ACAC3A5EA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9" name="AutoShape 261">
                  <a:extLst>
                    <a:ext uri="{FF2B5EF4-FFF2-40B4-BE49-F238E27FC236}">
                      <a16:creationId xmlns:a16="http://schemas.microsoft.com/office/drawing/2014/main" id="{932CD479-8BC1-C749-A96F-3B1402566C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08" name="Rectangle 262">
                <a:extLst>
                  <a:ext uri="{FF2B5EF4-FFF2-40B4-BE49-F238E27FC236}">
                    <a16:creationId xmlns:a16="http://schemas.microsoft.com/office/drawing/2014/main" id="{2011783D-1372-5340-BCED-AC842F1C58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9" name="Rectangle 263">
                <a:extLst>
                  <a:ext uri="{FF2B5EF4-FFF2-40B4-BE49-F238E27FC236}">
                    <a16:creationId xmlns:a16="http://schemas.microsoft.com/office/drawing/2014/main" id="{C9C65939-7AEE-9B4F-BBBB-B53CB619E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110" name="Group 264">
                <a:extLst>
                  <a:ext uri="{FF2B5EF4-FFF2-40B4-BE49-F238E27FC236}">
                    <a16:creationId xmlns:a16="http://schemas.microsoft.com/office/drawing/2014/main" id="{02D23335-DADD-6845-9FCF-19678BB914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1"/>
                <a:ext cx="577" cy="150"/>
                <a:chOff x="612" y="2570"/>
                <a:chExt cx="719" cy="138"/>
              </a:xfrm>
            </p:grpSpPr>
            <p:sp>
              <p:nvSpPr>
                <p:cNvPr id="126" name="AutoShape 265">
                  <a:extLst>
                    <a:ext uri="{FF2B5EF4-FFF2-40B4-BE49-F238E27FC236}">
                      <a16:creationId xmlns:a16="http://schemas.microsoft.com/office/drawing/2014/main" id="{9F3F9D05-506B-FF4F-9401-AF33543B17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7" name="AutoShape 266">
                  <a:extLst>
                    <a:ext uri="{FF2B5EF4-FFF2-40B4-BE49-F238E27FC236}">
                      <a16:creationId xmlns:a16="http://schemas.microsoft.com/office/drawing/2014/main" id="{4282A724-826B-B143-8AC0-DC79D5EB44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11" name="Freeform 267">
                <a:extLst>
                  <a:ext uri="{FF2B5EF4-FFF2-40B4-BE49-F238E27FC236}">
                    <a16:creationId xmlns:a16="http://schemas.microsoft.com/office/drawing/2014/main" id="{021B047E-60EF-D148-81C9-49DCFE69C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2" name="Group 268">
                <a:extLst>
                  <a:ext uri="{FF2B5EF4-FFF2-40B4-BE49-F238E27FC236}">
                    <a16:creationId xmlns:a16="http://schemas.microsoft.com/office/drawing/2014/main" id="{DED72DA6-23AD-134D-85EE-B696A62739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124" name="AutoShape 269">
                  <a:extLst>
                    <a:ext uri="{FF2B5EF4-FFF2-40B4-BE49-F238E27FC236}">
                      <a16:creationId xmlns:a16="http://schemas.microsoft.com/office/drawing/2014/main" id="{C8EFD858-EFAC-A543-9F91-7BB2D77D29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5" name="AutoShape 270">
                  <a:extLst>
                    <a:ext uri="{FF2B5EF4-FFF2-40B4-BE49-F238E27FC236}">
                      <a16:creationId xmlns:a16="http://schemas.microsoft.com/office/drawing/2014/main" id="{FABB3E39-009F-2843-B1CB-4C1321020E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13" name="Rectangle 271">
                <a:extLst>
                  <a:ext uri="{FF2B5EF4-FFF2-40B4-BE49-F238E27FC236}">
                    <a16:creationId xmlns:a16="http://schemas.microsoft.com/office/drawing/2014/main" id="{E533B9BA-C9BF-844D-9ABC-B29E2E9B7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4" name="Freeform 272">
                <a:extLst>
                  <a:ext uri="{FF2B5EF4-FFF2-40B4-BE49-F238E27FC236}">
                    <a16:creationId xmlns:a16="http://schemas.microsoft.com/office/drawing/2014/main" id="{023F6EA6-D9D0-B443-9F3E-D3BAF9BB0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Freeform 273">
                <a:extLst>
                  <a:ext uri="{FF2B5EF4-FFF2-40B4-BE49-F238E27FC236}">
                    <a16:creationId xmlns:a16="http://schemas.microsoft.com/office/drawing/2014/main" id="{CD6A59C0-5CC5-714B-97EA-3B0194FD4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Oval 274">
                <a:extLst>
                  <a:ext uri="{FF2B5EF4-FFF2-40B4-BE49-F238E27FC236}">
                    <a16:creationId xmlns:a16="http://schemas.microsoft.com/office/drawing/2014/main" id="{92208AD0-400D-FB43-B633-7464BA63D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7" name="Freeform 275">
                <a:extLst>
                  <a:ext uri="{FF2B5EF4-FFF2-40B4-BE49-F238E27FC236}">
                    <a16:creationId xmlns:a16="http://schemas.microsoft.com/office/drawing/2014/main" id="{7A38E823-6B34-2147-8CCC-8B6710E4A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AutoShape 276">
                <a:extLst>
                  <a:ext uri="{FF2B5EF4-FFF2-40B4-BE49-F238E27FC236}">
                    <a16:creationId xmlns:a16="http://schemas.microsoft.com/office/drawing/2014/main" id="{00686B52-C381-B344-AB96-FAF77A2EE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9" name="AutoShape 277">
                <a:extLst>
                  <a:ext uri="{FF2B5EF4-FFF2-40B4-BE49-F238E27FC236}">
                    <a16:creationId xmlns:a16="http://schemas.microsoft.com/office/drawing/2014/main" id="{A8150F42-64DC-A444-B5B3-16FBDD3EA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0" name="Oval 278">
                <a:extLst>
                  <a:ext uri="{FF2B5EF4-FFF2-40B4-BE49-F238E27FC236}">
                    <a16:creationId xmlns:a16="http://schemas.microsoft.com/office/drawing/2014/main" id="{5738C1EC-E073-3E43-B96C-2596474FA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1" name="Oval 279">
                <a:extLst>
                  <a:ext uri="{FF2B5EF4-FFF2-40B4-BE49-F238E27FC236}">
                    <a16:creationId xmlns:a16="http://schemas.microsoft.com/office/drawing/2014/main" id="{1780645A-6086-3C4F-BBCE-64462042A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2" name="Oval 280">
                <a:extLst>
                  <a:ext uri="{FF2B5EF4-FFF2-40B4-BE49-F238E27FC236}">
                    <a16:creationId xmlns:a16="http://schemas.microsoft.com/office/drawing/2014/main" id="{0978C948-5C14-3E49-B833-BFC3EF047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3" name="Rectangle 281">
                <a:extLst>
                  <a:ext uri="{FF2B5EF4-FFF2-40B4-BE49-F238E27FC236}">
                    <a16:creationId xmlns:a16="http://schemas.microsoft.com/office/drawing/2014/main" id="{B300415C-511F-1D49-86B6-876E0CC6E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85" name="Group 134">
              <a:extLst>
                <a:ext uri="{FF2B5EF4-FFF2-40B4-BE49-F238E27FC236}">
                  <a16:creationId xmlns:a16="http://schemas.microsoft.com/office/drawing/2014/main" id="{82E451C2-1F00-2343-A319-8C11E6CF5D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2641" y="2038350"/>
              <a:ext cx="1281113" cy="363538"/>
              <a:chOff x="3621" y="3265"/>
              <a:chExt cx="1776" cy="744"/>
            </a:xfrm>
          </p:grpSpPr>
          <p:pic>
            <p:nvPicPr>
              <p:cNvPr id="96" name="Picture 135" descr="reellogo">
                <a:extLst>
                  <a:ext uri="{FF2B5EF4-FFF2-40B4-BE49-F238E27FC236}">
                    <a16:creationId xmlns:a16="http://schemas.microsoft.com/office/drawing/2014/main" id="{4424E827-5D97-2940-A1EB-B240374F26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21" y="3265"/>
                <a:ext cx="1776" cy="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136">
                <a:extLst>
                  <a:ext uri="{FF2B5EF4-FFF2-40B4-BE49-F238E27FC236}">
                    <a16:creationId xmlns:a16="http://schemas.microsoft.com/office/drawing/2014/main" id="{3E3A07CF-BBAD-3D46-B4BD-09073B392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1" y="3288"/>
                <a:ext cx="1402" cy="439"/>
              </a:xfrm>
              <a:custGeom>
                <a:avLst/>
                <a:gdLst>
                  <a:gd name="T0" fmla="*/ 0 w 1401"/>
                  <a:gd name="T1" fmla="*/ 6 h 438"/>
                  <a:gd name="T2" fmla="*/ 27 w 1401"/>
                  <a:gd name="T3" fmla="*/ 385 h 438"/>
                  <a:gd name="T4" fmla="*/ 114 w 1401"/>
                  <a:gd name="T5" fmla="*/ 382 h 438"/>
                  <a:gd name="T6" fmla="*/ 132 w 1401"/>
                  <a:gd name="T7" fmla="*/ 358 h 438"/>
                  <a:gd name="T8" fmla="*/ 210 w 1401"/>
                  <a:gd name="T9" fmla="*/ 403 h 438"/>
                  <a:gd name="T10" fmla="*/ 450 w 1401"/>
                  <a:gd name="T11" fmla="*/ 385 h 438"/>
                  <a:gd name="T12" fmla="*/ 486 w 1401"/>
                  <a:gd name="T13" fmla="*/ 394 h 438"/>
                  <a:gd name="T14" fmla="*/ 690 w 1401"/>
                  <a:gd name="T15" fmla="*/ 418 h 438"/>
                  <a:gd name="T16" fmla="*/ 1075 w 1401"/>
                  <a:gd name="T17" fmla="*/ 439 h 438"/>
                  <a:gd name="T18" fmla="*/ 1402 w 1401"/>
                  <a:gd name="T19" fmla="*/ 421 h 438"/>
                  <a:gd name="T20" fmla="*/ 1393 w 1401"/>
                  <a:gd name="T21" fmla="*/ 165 h 438"/>
                  <a:gd name="T22" fmla="*/ 291 w 1401"/>
                  <a:gd name="T23" fmla="*/ 0 h 438"/>
                  <a:gd name="T24" fmla="*/ 0 w 1401"/>
                  <a:gd name="T25" fmla="*/ 6 h 43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401" h="438">
                    <a:moveTo>
                      <a:pt x="0" y="6"/>
                    </a:moveTo>
                    <a:lnTo>
                      <a:pt x="27" y="384"/>
                    </a:lnTo>
                    <a:lnTo>
                      <a:pt x="114" y="381"/>
                    </a:lnTo>
                    <a:lnTo>
                      <a:pt x="132" y="357"/>
                    </a:lnTo>
                    <a:lnTo>
                      <a:pt x="210" y="402"/>
                    </a:lnTo>
                    <a:lnTo>
                      <a:pt x="450" y="384"/>
                    </a:lnTo>
                    <a:lnTo>
                      <a:pt x="486" y="393"/>
                    </a:lnTo>
                    <a:lnTo>
                      <a:pt x="690" y="417"/>
                    </a:lnTo>
                    <a:lnTo>
                      <a:pt x="1074" y="438"/>
                    </a:lnTo>
                    <a:lnTo>
                      <a:pt x="1401" y="420"/>
                    </a:lnTo>
                    <a:lnTo>
                      <a:pt x="1392" y="165"/>
                    </a:lnTo>
                    <a:lnTo>
                      <a:pt x="29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37">
                <a:extLst>
                  <a:ext uri="{FF2B5EF4-FFF2-40B4-BE49-F238E27FC236}">
                    <a16:creationId xmlns:a16="http://schemas.microsoft.com/office/drawing/2014/main" id="{61282358-1528-BC4D-BE78-703895105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2" y="3860"/>
                <a:ext cx="999" cy="120"/>
              </a:xfrm>
              <a:custGeom>
                <a:avLst/>
                <a:gdLst>
                  <a:gd name="T0" fmla="*/ 0 w 999"/>
                  <a:gd name="T1" fmla="*/ 6 h 123"/>
                  <a:gd name="T2" fmla="*/ 717 w 999"/>
                  <a:gd name="T3" fmla="*/ 12 h 123"/>
                  <a:gd name="T4" fmla="*/ 744 w 999"/>
                  <a:gd name="T5" fmla="*/ 35 h 123"/>
                  <a:gd name="T6" fmla="*/ 801 w 999"/>
                  <a:gd name="T7" fmla="*/ 41 h 123"/>
                  <a:gd name="T8" fmla="*/ 876 w 999"/>
                  <a:gd name="T9" fmla="*/ 6 h 123"/>
                  <a:gd name="T10" fmla="*/ 933 w 999"/>
                  <a:gd name="T11" fmla="*/ 0 h 123"/>
                  <a:gd name="T12" fmla="*/ 981 w 999"/>
                  <a:gd name="T13" fmla="*/ 15 h 123"/>
                  <a:gd name="T14" fmla="*/ 999 w 999"/>
                  <a:gd name="T15" fmla="*/ 50 h 123"/>
                  <a:gd name="T16" fmla="*/ 987 w 999"/>
                  <a:gd name="T17" fmla="*/ 120 h 123"/>
                  <a:gd name="T18" fmla="*/ 18 w 999"/>
                  <a:gd name="T19" fmla="*/ 117 h 123"/>
                  <a:gd name="T20" fmla="*/ 0 w 999"/>
                  <a:gd name="T21" fmla="*/ 6 h 1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99" h="123">
                    <a:moveTo>
                      <a:pt x="0" y="6"/>
                    </a:moveTo>
                    <a:lnTo>
                      <a:pt x="717" y="12"/>
                    </a:lnTo>
                    <a:lnTo>
                      <a:pt x="744" y="36"/>
                    </a:lnTo>
                    <a:lnTo>
                      <a:pt x="801" y="42"/>
                    </a:lnTo>
                    <a:lnTo>
                      <a:pt x="876" y="6"/>
                    </a:lnTo>
                    <a:lnTo>
                      <a:pt x="933" y="0"/>
                    </a:lnTo>
                    <a:lnTo>
                      <a:pt x="981" y="15"/>
                    </a:lnTo>
                    <a:lnTo>
                      <a:pt x="999" y="51"/>
                    </a:lnTo>
                    <a:lnTo>
                      <a:pt x="987" y="123"/>
                    </a:lnTo>
                    <a:lnTo>
                      <a:pt x="18" y="12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9" name="Picture 138" descr="video1">
                <a:extLst>
                  <a:ext uri="{FF2B5EF4-FFF2-40B4-BE49-F238E27FC236}">
                    <a16:creationId xmlns:a16="http://schemas.microsoft.com/office/drawing/2014/main" id="{CA20B2BA-4F8A-F24F-9BF5-1619CBAA3C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83" y="3400"/>
                <a:ext cx="889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6" name="Group 349">
              <a:extLst>
                <a:ext uri="{FF2B5EF4-FFF2-40B4-BE49-F238E27FC236}">
                  <a16:creationId xmlns:a16="http://schemas.microsoft.com/office/drawing/2014/main" id="{FB3E850F-A738-3440-94BE-84DC7D04E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68633" y="2625729"/>
              <a:ext cx="677860" cy="663576"/>
              <a:chOff x="4437" y="1472"/>
              <a:chExt cx="427" cy="418"/>
            </a:xfrm>
          </p:grpSpPr>
          <p:sp>
            <p:nvSpPr>
              <p:cNvPr id="92" name="Rectangle 350">
                <a:extLst>
                  <a:ext uri="{FF2B5EF4-FFF2-40B4-BE49-F238E27FC236}">
                    <a16:creationId xmlns:a16="http://schemas.microsoft.com/office/drawing/2014/main" id="{C98E87F3-3D51-1D49-B30C-7C1024C09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3" name="Rectangle 351">
                <a:extLst>
                  <a:ext uri="{FF2B5EF4-FFF2-40B4-BE49-F238E27FC236}">
                    <a16:creationId xmlns:a16="http://schemas.microsoft.com/office/drawing/2014/main" id="{5C82643F-4271-3B42-9F3B-B7B12330C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4" name="Rectangle 352">
                <a:extLst>
                  <a:ext uri="{FF2B5EF4-FFF2-40B4-BE49-F238E27FC236}">
                    <a16:creationId xmlns:a16="http://schemas.microsoft.com/office/drawing/2014/main" id="{1EA9D5C0-B75D-4246-913C-E7244027F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5" name="Rectangle 353">
                <a:extLst>
                  <a:ext uri="{FF2B5EF4-FFF2-40B4-BE49-F238E27FC236}">
                    <a16:creationId xmlns:a16="http://schemas.microsoft.com/office/drawing/2014/main" id="{E47A4C49-C526-3C4C-B924-327B60249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87" name="Freeform 1287">
              <a:extLst>
                <a:ext uri="{FF2B5EF4-FFF2-40B4-BE49-F238E27FC236}">
                  <a16:creationId xmlns:a16="http://schemas.microsoft.com/office/drawing/2014/main" id="{45307357-2A7B-E14D-AE40-0D4C4ABCB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741" y="2066925"/>
              <a:ext cx="2320925" cy="1228725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8" name="Straight Connector 45">
              <a:extLst>
                <a:ext uri="{FF2B5EF4-FFF2-40B4-BE49-F238E27FC236}">
                  <a16:creationId xmlns:a16="http://schemas.microsoft.com/office/drawing/2014/main" id="{B04F1DEF-65F1-4642-AA4D-E370A1DBE0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18966" y="2632075"/>
              <a:ext cx="1241425" cy="0"/>
            </a:xfrm>
            <a:prstGeom prst="line">
              <a:avLst/>
            </a:prstGeom>
            <a:noFill/>
            <a:ln w="317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Straight Connector 46">
              <a:extLst>
                <a:ext uri="{FF2B5EF4-FFF2-40B4-BE49-F238E27FC236}">
                  <a16:creationId xmlns:a16="http://schemas.microsoft.com/office/drawing/2014/main" id="{B7BA493E-B136-3644-B5ED-FCD15986A4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30329" y="2662238"/>
              <a:ext cx="1531937" cy="0"/>
            </a:xfrm>
            <a:prstGeom prst="line">
              <a:avLst/>
            </a:prstGeom>
            <a:noFill/>
            <a:ln w="317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0" name="TextBox 64">
              <a:extLst>
                <a:ext uri="{FF2B5EF4-FFF2-40B4-BE49-F238E27FC236}">
                  <a16:creationId xmlns:a16="http://schemas.microsoft.com/office/drawing/2014/main" id="{444AB8CD-A73E-654C-9834-C15EB11A0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4516" y="3440113"/>
              <a:ext cx="76676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client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1" name="TextBox 64">
              <a:extLst>
                <a:ext uri="{FF2B5EF4-FFF2-40B4-BE49-F238E27FC236}">
                  <a16:creationId xmlns:a16="http://schemas.microsoft.com/office/drawing/2014/main" id="{0E442F75-B562-B641-AC65-4B3CCE9BA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791" y="2895600"/>
              <a:ext cx="919163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Internet</a:t>
              </a:r>
              <a:endPara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" name="Rectangle 3">
            <a:extLst>
              <a:ext uri="{FF2B5EF4-FFF2-40B4-BE49-F238E27FC236}">
                <a16:creationId xmlns:a16="http://schemas.microsoft.com/office/drawing/2014/main" id="{57B06ED9-18F5-DA42-AB34-1D8668A5BAAE}"/>
              </a:ext>
            </a:extLst>
          </p:cNvPr>
          <p:cNvSpPr txBox="1">
            <a:spLocks noChangeArrowheads="1"/>
          </p:cNvSpPr>
          <p:nvPr/>
        </p:nvSpPr>
        <p:spPr>
          <a:xfrm>
            <a:off x="902523" y="1442355"/>
            <a:ext cx="6582550" cy="5053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intelligence”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at client: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determines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request chunk (so that buffer starvation, or overflow does not occur)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encoding rate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request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(higher quality when more bandwidth available) 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6B29FA5-F250-2145-B75A-6362A2B90004}"/>
              </a:ext>
            </a:extLst>
          </p:cNvPr>
          <p:cNvSpPr txBox="1">
            <a:spLocks noChangeArrowheads="1"/>
          </p:cNvSpPr>
          <p:nvPr/>
        </p:nvSpPr>
        <p:spPr>
          <a:xfrm>
            <a:off x="917270" y="4418084"/>
            <a:ext cx="10736797" cy="1601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where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request chunk (can request from URL server that is “close” to client or has high available bandwidth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FA338-92F2-B84C-A3FD-65CE9CE1AE33}"/>
              </a:ext>
            </a:extLst>
          </p:cNvPr>
          <p:cNvSpPr txBox="1"/>
          <p:nvPr/>
        </p:nvSpPr>
        <p:spPr>
          <a:xfrm>
            <a:off x="1455456" y="5652226"/>
            <a:ext cx="93893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2E2E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Streaming video =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encoding +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 + playout buffering</a:t>
            </a:r>
          </a:p>
        </p:txBody>
      </p:sp>
    </p:spTree>
    <p:extLst>
      <p:ext uri="{BB962C8B-B14F-4D97-AF65-F5344CB8AC3E}">
        <p14:creationId xmlns:p14="http://schemas.microsoft.com/office/powerpoint/2010/main" val="543275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>
                <a:solidFill>
                  <a:srgbClr val="00B050"/>
                </a:solidFill>
                <a:ea typeface="ＭＳ Ｐゴシック" panose="020B0600070205080204" pitchFamily="34" charset="-128"/>
              </a:rPr>
              <a:t>Solution 2 - </a:t>
            </a:r>
            <a:r>
              <a:rPr lang="en-US" altLang="en-US" sz="4400">
                <a:ea typeface="ＭＳ Ｐゴシック" panose="020B0600070205080204" pitchFamily="34" charset="-128"/>
              </a:rPr>
              <a:t>Content distribution </a:t>
            </a:r>
            <a:r>
              <a:rPr lang="en-US" altLang="en-US">
                <a:ea typeface="ＭＳ Ｐゴシック" panose="020B0600070205080204" pitchFamily="34" charset="-128"/>
              </a:rPr>
              <a:t>n</a:t>
            </a:r>
            <a:r>
              <a:rPr lang="en-US" altLang="en-US" sz="4400">
                <a:ea typeface="ＭＳ Ｐゴシック" panose="020B0600070205080204" pitchFamily="34" charset="-128"/>
              </a:rPr>
              <a:t>etworks (CDNs)</a:t>
            </a: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A251E4DB-D295-254B-882D-9EE91FD48D8F}"/>
              </a:ext>
            </a:extLst>
          </p:cNvPr>
          <p:cNvSpPr txBox="1">
            <a:spLocks noChangeArrowheads="1"/>
          </p:cNvSpPr>
          <p:nvPr/>
        </p:nvSpPr>
        <p:spPr>
          <a:xfrm>
            <a:off x="1013029" y="1454599"/>
            <a:ext cx="10515599" cy="5053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challenge: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to stream content (selected from millions of videos) to hundreds of thousands of 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simultaneous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users?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44D9F7-CD89-AB45-B6F9-16C59524F86C}"/>
              </a:ext>
            </a:extLst>
          </p:cNvPr>
          <p:cNvSpPr txBox="1">
            <a:spLocks noChangeArrowheads="1"/>
          </p:cNvSpPr>
          <p:nvPr/>
        </p:nvSpPr>
        <p:spPr>
          <a:xfrm>
            <a:off x="1013029" y="2757624"/>
            <a:ext cx="10515599" cy="5053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option 1: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single, large “mega-server”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single point of failure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point of network congestion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long path to distant clients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multiple copies of video sent over outgoing link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this solution </a:t>
            </a:r>
            <a:r>
              <a:rPr kumimoji="0" lang="en-US" altLang="en-US" sz="3200" b="0" i="1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doesn</a:t>
            </a:r>
            <a:r>
              <a:rPr kumimoji="0" lang="fr-FR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32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scale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25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F8ED-BD4A-A22D-72BA-39E3EF5F7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4CF65AC4-994F-C7A8-8ABD-28A94DCC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Content distribution </a:t>
            </a:r>
            <a:r>
              <a:rPr lang="en-US" altLang="en-US">
                <a:ea typeface="ＭＳ Ｐゴシック" panose="020B0600070205080204" pitchFamily="34" charset="-128"/>
              </a:rPr>
              <a:t>n</a:t>
            </a:r>
            <a:r>
              <a:rPr lang="en-US" altLang="en-US" sz="4400">
                <a:ea typeface="ＭＳ Ｐゴシック" panose="020B0600070205080204" pitchFamily="34" charset="-128"/>
              </a:rPr>
              <a:t>etworks (CDNs)</a:t>
            </a: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B3CD1575-53E1-D963-B171-692ED0662411}"/>
              </a:ext>
            </a:extLst>
          </p:cNvPr>
          <p:cNvSpPr txBox="1">
            <a:spLocks noChangeArrowheads="1"/>
          </p:cNvSpPr>
          <p:nvPr/>
        </p:nvSpPr>
        <p:spPr>
          <a:xfrm>
            <a:off x="1013029" y="1454599"/>
            <a:ext cx="10515599" cy="5353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challenge: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to stream content (selected from millions of videos) to hundreds of thousands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simultaneous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users?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option 2: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store/serve multiple copies of videos at multiple geographically distributed sites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(CDN)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“enter deep”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push CDN servers deep into many access networks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close to users;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Akamai: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350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,000 servers deployed in more than 130 countries </a:t>
            </a: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“bring home”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smaller number (10’s) of larger clusters in point of presence (POPs) near (but not within) access networks.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Fastly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48132" name="Picture 4" descr="Image result for akamai logo">
            <a:extLst>
              <a:ext uri="{FF2B5EF4-FFF2-40B4-BE49-F238E27FC236}">
                <a16:creationId xmlns:a16="http://schemas.microsoft.com/office/drawing/2014/main" id="{EA00700E-C968-CD47-DE23-52F8FB2C1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367" y="5977800"/>
            <a:ext cx="1433694" cy="58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astly - Wikipedia">
            <a:extLst>
              <a:ext uri="{FF2B5EF4-FFF2-40B4-BE49-F238E27FC236}">
                <a16:creationId xmlns:a16="http://schemas.microsoft.com/office/drawing/2014/main" id="{F71AB63D-078E-ED2D-70F2-450EAABF7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127" y="5933644"/>
            <a:ext cx="1676876" cy="67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05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5CB5D98-8FAE-8041-ADCD-FC2907B3D45D}"/>
              </a:ext>
            </a:extLst>
          </p:cNvPr>
          <p:cNvGrpSpPr>
            <a:grpSpLocks/>
          </p:cNvGrpSpPr>
          <p:nvPr/>
        </p:nvGrpSpPr>
        <p:grpSpPr bwMode="auto">
          <a:xfrm>
            <a:off x="3201988" y="3854450"/>
            <a:ext cx="347662" cy="681038"/>
            <a:chOff x="7923189" y="2486664"/>
            <a:chExt cx="360377" cy="884585"/>
          </a:xfrm>
        </p:grpSpPr>
        <p:pic>
          <p:nvPicPr>
            <p:cNvPr id="212606" name="Picture 3">
              <a:extLst>
                <a:ext uri="{FF2B5EF4-FFF2-40B4-BE49-F238E27FC236}">
                  <a16:creationId xmlns:a16="http://schemas.microsoft.com/office/drawing/2014/main" id="{93B880F3-6ED0-DC49-91FB-DD77B9BC3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607" name="Group 950">
              <a:extLst>
                <a:ext uri="{FF2B5EF4-FFF2-40B4-BE49-F238E27FC236}">
                  <a16:creationId xmlns:a16="http://schemas.microsoft.com/office/drawing/2014/main" id="{63E65803-F64E-964C-BB0E-AC02BE2652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608" name="Freeform 951">
                <a:extLst>
                  <a:ext uri="{FF2B5EF4-FFF2-40B4-BE49-F238E27FC236}">
                    <a16:creationId xmlns:a16="http://schemas.microsoft.com/office/drawing/2014/main" id="{CFF7ED6D-0989-344B-AE4C-20DA03C91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09" name="Rectangle 952">
                <a:extLst>
                  <a:ext uri="{FF2B5EF4-FFF2-40B4-BE49-F238E27FC236}">
                    <a16:creationId xmlns:a16="http://schemas.microsoft.com/office/drawing/2014/main" id="{941BE1AF-5E27-B647-BA9C-B3EE5B9C1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10" name="Freeform 953">
                <a:extLst>
                  <a:ext uri="{FF2B5EF4-FFF2-40B4-BE49-F238E27FC236}">
                    <a16:creationId xmlns:a16="http://schemas.microsoft.com/office/drawing/2014/main" id="{50AD6637-E4A0-0942-BBC1-F02D41C1E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11" name="Freeform 954">
                <a:extLst>
                  <a:ext uri="{FF2B5EF4-FFF2-40B4-BE49-F238E27FC236}">
                    <a16:creationId xmlns:a16="http://schemas.microsoft.com/office/drawing/2014/main" id="{67DBE244-4946-4D42-BC84-2F3267DF9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12" name="Rectangle 955">
                <a:extLst>
                  <a:ext uri="{FF2B5EF4-FFF2-40B4-BE49-F238E27FC236}">
                    <a16:creationId xmlns:a16="http://schemas.microsoft.com/office/drawing/2014/main" id="{DD82E102-0A0D-0346-8F3B-B698E5201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613" name="Group 956">
                <a:extLst>
                  <a:ext uri="{FF2B5EF4-FFF2-40B4-BE49-F238E27FC236}">
                    <a16:creationId xmlns:a16="http://schemas.microsoft.com/office/drawing/2014/main" id="{80F347B8-7A32-C349-B708-CA539685CF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638" name="AutoShape 957">
                  <a:extLst>
                    <a:ext uri="{FF2B5EF4-FFF2-40B4-BE49-F238E27FC236}">
                      <a16:creationId xmlns:a16="http://schemas.microsoft.com/office/drawing/2014/main" id="{6EBE3CF4-E2AE-F04F-8673-94548E006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39" name="AutoShape 958">
                  <a:extLst>
                    <a:ext uri="{FF2B5EF4-FFF2-40B4-BE49-F238E27FC236}">
                      <a16:creationId xmlns:a16="http://schemas.microsoft.com/office/drawing/2014/main" id="{C6074E49-AF32-2D40-A2B2-E8FFE4B088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614" name="Rectangle 959">
                <a:extLst>
                  <a:ext uri="{FF2B5EF4-FFF2-40B4-BE49-F238E27FC236}">
                    <a16:creationId xmlns:a16="http://schemas.microsoft.com/office/drawing/2014/main" id="{8666B075-7D41-A948-B062-321375751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615" name="Group 960">
                <a:extLst>
                  <a:ext uri="{FF2B5EF4-FFF2-40B4-BE49-F238E27FC236}">
                    <a16:creationId xmlns:a16="http://schemas.microsoft.com/office/drawing/2014/main" id="{85FAAB2E-96E2-C24D-A075-A1108BD297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636" name="AutoShape 961">
                  <a:extLst>
                    <a:ext uri="{FF2B5EF4-FFF2-40B4-BE49-F238E27FC236}">
                      <a16:creationId xmlns:a16="http://schemas.microsoft.com/office/drawing/2014/main" id="{CF9C08E5-68D5-1F42-B433-F7983B2613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37" name="AutoShape 962">
                  <a:extLst>
                    <a:ext uri="{FF2B5EF4-FFF2-40B4-BE49-F238E27FC236}">
                      <a16:creationId xmlns:a16="http://schemas.microsoft.com/office/drawing/2014/main" id="{F8BBFFC8-9C86-1A4E-8626-6114E9D618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616" name="Rectangle 963">
                <a:extLst>
                  <a:ext uri="{FF2B5EF4-FFF2-40B4-BE49-F238E27FC236}">
                    <a16:creationId xmlns:a16="http://schemas.microsoft.com/office/drawing/2014/main" id="{5E1DE06F-7558-B246-BCD0-52A050D14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17" name="Rectangle 964">
                <a:extLst>
                  <a:ext uri="{FF2B5EF4-FFF2-40B4-BE49-F238E27FC236}">
                    <a16:creationId xmlns:a16="http://schemas.microsoft.com/office/drawing/2014/main" id="{70D6CE1F-E113-5D41-9A3A-2842A6254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618" name="Group 965">
                <a:extLst>
                  <a:ext uri="{FF2B5EF4-FFF2-40B4-BE49-F238E27FC236}">
                    <a16:creationId xmlns:a16="http://schemas.microsoft.com/office/drawing/2014/main" id="{B90C6F47-1D9F-4348-84E4-01F62A019C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634" name="AutoShape 966">
                  <a:extLst>
                    <a:ext uri="{FF2B5EF4-FFF2-40B4-BE49-F238E27FC236}">
                      <a16:creationId xmlns:a16="http://schemas.microsoft.com/office/drawing/2014/main" id="{CB10DABD-7546-744C-A06D-EA9FF9EC1B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35" name="AutoShape 967">
                  <a:extLst>
                    <a:ext uri="{FF2B5EF4-FFF2-40B4-BE49-F238E27FC236}">
                      <a16:creationId xmlns:a16="http://schemas.microsoft.com/office/drawing/2014/main" id="{ADB1BD53-ABF1-5942-A55A-B9B4B99243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619" name="Freeform 968">
                <a:extLst>
                  <a:ext uri="{FF2B5EF4-FFF2-40B4-BE49-F238E27FC236}">
                    <a16:creationId xmlns:a16="http://schemas.microsoft.com/office/drawing/2014/main" id="{07D342AA-4A74-8945-B203-9C7B67381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620" name="Group 969">
                <a:extLst>
                  <a:ext uri="{FF2B5EF4-FFF2-40B4-BE49-F238E27FC236}">
                    <a16:creationId xmlns:a16="http://schemas.microsoft.com/office/drawing/2014/main" id="{955A2A18-772E-8E43-8ACE-484F7BC12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632" name="AutoShape 970">
                  <a:extLst>
                    <a:ext uri="{FF2B5EF4-FFF2-40B4-BE49-F238E27FC236}">
                      <a16:creationId xmlns:a16="http://schemas.microsoft.com/office/drawing/2014/main" id="{C7944BB8-BC67-7C4A-9AB3-D92740B9D8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33" name="AutoShape 971">
                  <a:extLst>
                    <a:ext uri="{FF2B5EF4-FFF2-40B4-BE49-F238E27FC236}">
                      <a16:creationId xmlns:a16="http://schemas.microsoft.com/office/drawing/2014/main" id="{BE6BAF4F-AD6E-AE4A-B3D9-D9F40D477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621" name="Rectangle 972">
                <a:extLst>
                  <a:ext uri="{FF2B5EF4-FFF2-40B4-BE49-F238E27FC236}">
                    <a16:creationId xmlns:a16="http://schemas.microsoft.com/office/drawing/2014/main" id="{8DAB0AD2-2D0C-3148-8CDF-1DFB5C045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2" name="Freeform 973">
                <a:extLst>
                  <a:ext uri="{FF2B5EF4-FFF2-40B4-BE49-F238E27FC236}">
                    <a16:creationId xmlns:a16="http://schemas.microsoft.com/office/drawing/2014/main" id="{C6389979-2F5F-0E4F-89BF-9B568B356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3" name="Freeform 974">
                <a:extLst>
                  <a:ext uri="{FF2B5EF4-FFF2-40B4-BE49-F238E27FC236}">
                    <a16:creationId xmlns:a16="http://schemas.microsoft.com/office/drawing/2014/main" id="{A9138F55-45C7-8F49-A5F3-298032172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4" name="Oval 975">
                <a:extLst>
                  <a:ext uri="{FF2B5EF4-FFF2-40B4-BE49-F238E27FC236}">
                    <a16:creationId xmlns:a16="http://schemas.microsoft.com/office/drawing/2014/main" id="{C60910A5-106D-AF44-BC6D-021AA9E6E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5" name="Freeform 976">
                <a:extLst>
                  <a:ext uri="{FF2B5EF4-FFF2-40B4-BE49-F238E27FC236}">
                    <a16:creationId xmlns:a16="http://schemas.microsoft.com/office/drawing/2014/main" id="{59E65F19-263A-0640-A0A4-99E16179E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6" name="AutoShape 977">
                <a:extLst>
                  <a:ext uri="{FF2B5EF4-FFF2-40B4-BE49-F238E27FC236}">
                    <a16:creationId xmlns:a16="http://schemas.microsoft.com/office/drawing/2014/main" id="{B4E70DA1-717F-6346-B36E-32B32E690E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7" name="AutoShape 978">
                <a:extLst>
                  <a:ext uri="{FF2B5EF4-FFF2-40B4-BE49-F238E27FC236}">
                    <a16:creationId xmlns:a16="http://schemas.microsoft.com/office/drawing/2014/main" id="{3C9B3FC7-307A-C04C-8110-86E6D54B7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8" name="Oval 979">
                <a:extLst>
                  <a:ext uri="{FF2B5EF4-FFF2-40B4-BE49-F238E27FC236}">
                    <a16:creationId xmlns:a16="http://schemas.microsoft.com/office/drawing/2014/main" id="{D4E099B1-3CFA-E643-AEA7-8E5FA2C22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9" name="Oval 980">
                <a:extLst>
                  <a:ext uri="{FF2B5EF4-FFF2-40B4-BE49-F238E27FC236}">
                    <a16:creationId xmlns:a16="http://schemas.microsoft.com/office/drawing/2014/main" id="{DEFBEEB8-6061-8B44-B42A-26E9E262F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30" name="Oval 981">
                <a:extLst>
                  <a:ext uri="{FF2B5EF4-FFF2-40B4-BE49-F238E27FC236}">
                    <a16:creationId xmlns:a16="http://schemas.microsoft.com/office/drawing/2014/main" id="{181687A3-7F73-B845-B099-940B8BF5E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31" name="Rectangle 982">
                <a:extLst>
                  <a:ext uri="{FF2B5EF4-FFF2-40B4-BE49-F238E27FC236}">
                    <a16:creationId xmlns:a16="http://schemas.microsoft.com/office/drawing/2014/main" id="{4172238F-B7EC-A349-8B4B-54B820A7C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211972" name="Group 485">
            <a:extLst>
              <a:ext uri="{FF2B5EF4-FFF2-40B4-BE49-F238E27FC236}">
                <a16:creationId xmlns:a16="http://schemas.microsoft.com/office/drawing/2014/main" id="{7FD56F01-D99A-C54E-BADA-142C8FA4142A}"/>
              </a:ext>
            </a:extLst>
          </p:cNvPr>
          <p:cNvGrpSpPr>
            <a:grpSpLocks/>
          </p:cNvGrpSpPr>
          <p:nvPr/>
        </p:nvGrpSpPr>
        <p:grpSpPr bwMode="auto">
          <a:xfrm>
            <a:off x="2644455" y="3773226"/>
            <a:ext cx="7044059" cy="2764362"/>
            <a:chOff x="399121" y="1433583"/>
            <a:chExt cx="8437850" cy="5258268"/>
          </a:xfrm>
        </p:grpSpPr>
        <p:sp>
          <p:nvSpPr>
            <p:cNvPr id="212306" name="Freeform 84">
              <a:extLst>
                <a:ext uri="{FF2B5EF4-FFF2-40B4-BE49-F238E27FC236}">
                  <a16:creationId xmlns:a16="http://schemas.microsoft.com/office/drawing/2014/main" id="{5B25B412-8CCF-6E45-90E6-042E50284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539" y="2241382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07" name="Freeform 84">
              <a:extLst>
                <a:ext uri="{FF2B5EF4-FFF2-40B4-BE49-F238E27FC236}">
                  <a16:creationId xmlns:a16="http://schemas.microsoft.com/office/drawing/2014/main" id="{6C24F7A6-9392-1A46-841F-34C36E8A2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83" y="3041420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08" name="Freeform 84">
              <a:extLst>
                <a:ext uri="{FF2B5EF4-FFF2-40B4-BE49-F238E27FC236}">
                  <a16:creationId xmlns:a16="http://schemas.microsoft.com/office/drawing/2014/main" id="{21137469-6038-DB4E-A0AA-0241DA206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646" y="2495362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09" name="Freeform 84">
              <a:extLst>
                <a:ext uri="{FF2B5EF4-FFF2-40B4-BE49-F238E27FC236}">
                  <a16:creationId xmlns:a16="http://schemas.microsoft.com/office/drawing/2014/main" id="{95144D54-2789-AA43-A3BF-D8E54A59D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260" y="5352642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0" name="Freeform 84">
              <a:extLst>
                <a:ext uri="{FF2B5EF4-FFF2-40B4-BE49-F238E27FC236}">
                  <a16:creationId xmlns:a16="http://schemas.microsoft.com/office/drawing/2014/main" id="{7712001E-BBEF-5F4C-B5A1-80E20C76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104" y="4730390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1" name="Freeform 84">
              <a:extLst>
                <a:ext uri="{FF2B5EF4-FFF2-40B4-BE49-F238E27FC236}">
                  <a16:creationId xmlns:a16="http://schemas.microsoft.com/office/drawing/2014/main" id="{5A658EE5-8AEE-1244-AEC6-E8A90304A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473" y="4070041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2" name="Freeform 84">
              <a:extLst>
                <a:ext uri="{FF2B5EF4-FFF2-40B4-BE49-F238E27FC236}">
                  <a16:creationId xmlns:a16="http://schemas.microsoft.com/office/drawing/2014/main" id="{AE82A2B8-7FBA-7544-8664-9B7685403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4047" y="2927129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3" name="Freeform 84">
              <a:extLst>
                <a:ext uri="{FF2B5EF4-FFF2-40B4-BE49-F238E27FC236}">
                  <a16:creationId xmlns:a16="http://schemas.microsoft.com/office/drawing/2014/main" id="{51E69F33-32F0-A141-89E8-3BB975856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955" y="2000100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4" name="Freeform 84">
              <a:extLst>
                <a:ext uri="{FF2B5EF4-FFF2-40B4-BE49-F238E27FC236}">
                  <a16:creationId xmlns:a16="http://schemas.microsoft.com/office/drawing/2014/main" id="{A1B980C1-30C9-3D46-AD9F-F49314DC0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735" y="2647751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5" name="Freeform 84">
              <a:extLst>
                <a:ext uri="{FF2B5EF4-FFF2-40B4-BE49-F238E27FC236}">
                  <a16:creationId xmlns:a16="http://schemas.microsoft.com/office/drawing/2014/main" id="{64ADF263-5177-6243-8427-FD946E4F7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478" y="1974702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6" name="Freeform 84">
              <a:extLst>
                <a:ext uri="{FF2B5EF4-FFF2-40B4-BE49-F238E27FC236}">
                  <a16:creationId xmlns:a16="http://schemas.microsoft.com/office/drawing/2014/main" id="{8DAEAF03-797C-6A49-A948-2C18D04B0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1590" y="5606623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7" name="Freeform 84">
              <a:extLst>
                <a:ext uri="{FF2B5EF4-FFF2-40B4-BE49-F238E27FC236}">
                  <a16:creationId xmlns:a16="http://schemas.microsoft.com/office/drawing/2014/main" id="{3F2175B4-EBB0-BD4A-8B5D-6585D56B3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9903" y="4958973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8" name="Freeform 84">
              <a:extLst>
                <a:ext uri="{FF2B5EF4-FFF2-40B4-BE49-F238E27FC236}">
                  <a16:creationId xmlns:a16="http://schemas.microsoft.com/office/drawing/2014/main" id="{421ACAA6-05EC-7E46-A062-4CB9911C4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1272" y="4044643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9" name="Freeform 84">
              <a:extLst>
                <a:ext uri="{FF2B5EF4-FFF2-40B4-BE49-F238E27FC236}">
                  <a16:creationId xmlns:a16="http://schemas.microsoft.com/office/drawing/2014/main" id="{A5F0FAE4-AE20-7745-984A-C9A2F19C8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6089" y="5847904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20" name="Freeform 84">
              <a:extLst>
                <a:ext uri="{FF2B5EF4-FFF2-40B4-BE49-F238E27FC236}">
                  <a16:creationId xmlns:a16="http://schemas.microsoft.com/office/drawing/2014/main" id="{F1306984-B2C0-634F-B53A-1F62E1A8E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566" y="5987593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21" name="Freeform 84">
              <a:extLst>
                <a:ext uri="{FF2B5EF4-FFF2-40B4-BE49-F238E27FC236}">
                  <a16:creationId xmlns:a16="http://schemas.microsoft.com/office/drawing/2014/main" id="{06334E65-5FB7-8645-84B2-14655241B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202" y="5835205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22" name="TextBox 4">
              <a:extLst>
                <a:ext uri="{FF2B5EF4-FFF2-40B4-BE49-F238E27FC236}">
                  <a16:creationId xmlns:a16="http://schemas.microsoft.com/office/drawing/2014/main" id="{68F6A953-C774-D140-BF5F-03B7AE566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7360">
              <a:off x="5241475" y="1433583"/>
              <a:ext cx="651327" cy="99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3" name="TextBox 179">
              <a:extLst>
                <a:ext uri="{FF2B5EF4-FFF2-40B4-BE49-F238E27FC236}">
                  <a16:creationId xmlns:a16="http://schemas.microsoft.com/office/drawing/2014/main" id="{67D4903A-9B4E-E042-88F2-C9DCB59FA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0643" y="3033433"/>
              <a:ext cx="1034280" cy="6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4" name="TextBox 180">
              <a:extLst>
                <a:ext uri="{FF2B5EF4-FFF2-40B4-BE49-F238E27FC236}">
                  <a16:creationId xmlns:a16="http://schemas.microsoft.com/office/drawing/2014/main" id="{2CE764A2-A3E7-4F41-B73B-A36B8CE5E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341242" y="5649524"/>
              <a:ext cx="651327" cy="99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5" name="TextBox 181">
              <a:extLst>
                <a:ext uri="{FF2B5EF4-FFF2-40B4-BE49-F238E27FC236}">
                  <a16:creationId xmlns:a16="http://schemas.microsoft.com/office/drawing/2014/main" id="{5D6F55F3-40F8-0C4B-B878-9FE147792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2063761" y="5696601"/>
              <a:ext cx="651327" cy="99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6" name="TextBox 182">
              <a:extLst>
                <a:ext uri="{FF2B5EF4-FFF2-40B4-BE49-F238E27FC236}">
                  <a16:creationId xmlns:a16="http://schemas.microsoft.com/office/drawing/2014/main" id="{69EE839B-5668-7040-A29F-4F42B05CB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95355" y="3660810"/>
              <a:ext cx="1034280" cy="6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7" name="TextBox 183">
              <a:extLst>
                <a:ext uri="{FF2B5EF4-FFF2-40B4-BE49-F238E27FC236}">
                  <a16:creationId xmlns:a16="http://schemas.microsoft.com/office/drawing/2014/main" id="{911FE559-513C-B14A-B4DD-3A3063186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079349">
              <a:off x="2482309" y="1498435"/>
              <a:ext cx="651327" cy="99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grpSp>
          <p:nvGrpSpPr>
            <p:cNvPr id="212328" name="Group 8">
              <a:extLst>
                <a:ext uri="{FF2B5EF4-FFF2-40B4-BE49-F238E27FC236}">
                  <a16:creationId xmlns:a16="http://schemas.microsoft.com/office/drawing/2014/main" id="{AF6A6FCC-5EED-C043-95CA-8F6767B5ED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6600" y="3746500"/>
              <a:ext cx="3225800" cy="1117600"/>
              <a:chOff x="7848600" y="2044700"/>
              <a:chExt cx="3200399" cy="1371600"/>
            </a:xfrm>
          </p:grpSpPr>
          <p:sp>
            <p:nvSpPr>
              <p:cNvPr id="212524" name="Oval 3">
                <a:extLst>
                  <a:ext uri="{FF2B5EF4-FFF2-40B4-BE49-F238E27FC236}">
                    <a16:creationId xmlns:a16="http://schemas.microsoft.com/office/drawing/2014/main" id="{DF5AE295-89EC-864E-B878-506BA61F7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525" name="Group 133">
                <a:extLst>
                  <a:ext uri="{FF2B5EF4-FFF2-40B4-BE49-F238E27FC236}">
                    <a16:creationId xmlns:a16="http://schemas.microsoft.com/office/drawing/2014/main" id="{A3AF6952-D0EF-1B43-A48E-CA9F58CEC4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2598" name="Oval 407">
                  <a:extLst>
                    <a:ext uri="{FF2B5EF4-FFF2-40B4-BE49-F238E27FC236}">
                      <a16:creationId xmlns:a16="http://schemas.microsoft.com/office/drawing/2014/main" id="{ACDC49F7-2E63-6B46-9419-745D44E639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99" name="Rectangle 410">
                  <a:extLst>
                    <a:ext uri="{FF2B5EF4-FFF2-40B4-BE49-F238E27FC236}">
                      <a16:creationId xmlns:a16="http://schemas.microsoft.com/office/drawing/2014/main" id="{D59600F9-BA01-C64E-B0D7-5D9D49BE01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00" name="Oval 411">
                  <a:extLst>
                    <a:ext uri="{FF2B5EF4-FFF2-40B4-BE49-F238E27FC236}">
                      <a16:creationId xmlns:a16="http://schemas.microsoft.com/office/drawing/2014/main" id="{AF12B2E2-7F1A-1F43-9981-4519A60C05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601" name="Group 137">
                  <a:extLst>
                    <a:ext uri="{FF2B5EF4-FFF2-40B4-BE49-F238E27FC236}">
                      <a16:creationId xmlns:a16="http://schemas.microsoft.com/office/drawing/2014/main" id="{E25BFB8E-9DBA-5743-838B-1F06ACAB37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604" name="Freeform 138">
                    <a:extLst>
                      <a:ext uri="{FF2B5EF4-FFF2-40B4-BE49-F238E27FC236}">
                        <a16:creationId xmlns:a16="http://schemas.microsoft.com/office/drawing/2014/main" id="{C25BC153-5A6E-BD49-83E0-31E1383036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605" name="Freeform 139">
                    <a:extLst>
                      <a:ext uri="{FF2B5EF4-FFF2-40B4-BE49-F238E27FC236}">
                        <a16:creationId xmlns:a16="http://schemas.microsoft.com/office/drawing/2014/main" id="{290799BD-DADC-2A4E-BD8C-1D118F8287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602" name="Line 140">
                  <a:extLst>
                    <a:ext uri="{FF2B5EF4-FFF2-40B4-BE49-F238E27FC236}">
                      <a16:creationId xmlns:a16="http://schemas.microsoft.com/office/drawing/2014/main" id="{FD13B86F-2921-594E-AD36-848F408FBA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03" name="Line 141">
                  <a:extLst>
                    <a:ext uri="{FF2B5EF4-FFF2-40B4-BE49-F238E27FC236}">
                      <a16:creationId xmlns:a16="http://schemas.microsoft.com/office/drawing/2014/main" id="{D80A2786-6279-7E46-BDDD-DB268884B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cxnSp>
            <p:nvCxnSpPr>
              <p:cNvPr id="212526" name="Straight Connector 10">
                <a:extLst>
                  <a:ext uri="{FF2B5EF4-FFF2-40B4-BE49-F238E27FC236}">
                    <a16:creationId xmlns:a16="http://schemas.microsoft.com/office/drawing/2014/main" id="{8DE621D9-FC57-2047-BF3A-E8F05DF4E2CC}"/>
                  </a:ext>
                </a:extLst>
              </p:cNvPr>
              <p:cNvCxnSpPr>
                <a:cxnSpLocks noChangeShapeType="1"/>
                <a:stCxn id="212603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7" name="Straight Connector 297">
                <a:extLst>
                  <a:ext uri="{FF2B5EF4-FFF2-40B4-BE49-F238E27FC236}">
                    <a16:creationId xmlns:a16="http://schemas.microsoft.com/office/drawing/2014/main" id="{17ECA681-7ABE-4842-BF98-602882E497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8" name="Straight Connector 298">
                <a:extLst>
                  <a:ext uri="{FF2B5EF4-FFF2-40B4-BE49-F238E27FC236}">
                    <a16:creationId xmlns:a16="http://schemas.microsoft.com/office/drawing/2014/main" id="{544DAD35-B12D-6246-B6BC-2AFBE2EE8B0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9" name="Straight Connector 299">
                <a:extLst>
                  <a:ext uri="{FF2B5EF4-FFF2-40B4-BE49-F238E27FC236}">
                    <a16:creationId xmlns:a16="http://schemas.microsoft.com/office/drawing/2014/main" id="{59CEAB92-2C50-4748-B256-2669122702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0" name="Straight Connector 300">
                <a:extLst>
                  <a:ext uri="{FF2B5EF4-FFF2-40B4-BE49-F238E27FC236}">
                    <a16:creationId xmlns:a16="http://schemas.microsoft.com/office/drawing/2014/main" id="{CD05C096-BD08-CC42-ACA7-457D83C6060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1" name="Straight Connector 301">
                <a:extLst>
                  <a:ext uri="{FF2B5EF4-FFF2-40B4-BE49-F238E27FC236}">
                    <a16:creationId xmlns:a16="http://schemas.microsoft.com/office/drawing/2014/main" id="{C75463DA-468C-1940-B81E-5241B8808CE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2" name="Straight Connector 302">
                <a:extLst>
                  <a:ext uri="{FF2B5EF4-FFF2-40B4-BE49-F238E27FC236}">
                    <a16:creationId xmlns:a16="http://schemas.microsoft.com/office/drawing/2014/main" id="{277E7771-6083-3B4A-B2F3-D844311A0A2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3" name="Straight Connector 303">
                <a:extLst>
                  <a:ext uri="{FF2B5EF4-FFF2-40B4-BE49-F238E27FC236}">
                    <a16:creationId xmlns:a16="http://schemas.microsoft.com/office/drawing/2014/main" id="{5BF1A0FB-9675-FB47-B9FD-109D77184D5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4" name="Straight Connector 304">
                <a:extLst>
                  <a:ext uri="{FF2B5EF4-FFF2-40B4-BE49-F238E27FC236}">
                    <a16:creationId xmlns:a16="http://schemas.microsoft.com/office/drawing/2014/main" id="{438C778A-CC87-5141-9B8F-C9F408B48093}"/>
                  </a:ext>
                </a:extLst>
              </p:cNvPr>
              <p:cNvCxnSpPr>
                <a:cxnSpLocks noChangeShapeType="1"/>
                <a:endCxn id="212598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2535" name="Group 133">
                <a:extLst>
                  <a:ext uri="{FF2B5EF4-FFF2-40B4-BE49-F238E27FC236}">
                    <a16:creationId xmlns:a16="http://schemas.microsoft.com/office/drawing/2014/main" id="{0FBD653F-2A68-184A-BD9D-6C9311B9A1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2590" name="Oval 407">
                  <a:extLst>
                    <a:ext uri="{FF2B5EF4-FFF2-40B4-BE49-F238E27FC236}">
                      <a16:creationId xmlns:a16="http://schemas.microsoft.com/office/drawing/2014/main" id="{010C7E74-805A-2A40-95A0-6C4DDB5C69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91" name="Rectangle 410">
                  <a:extLst>
                    <a:ext uri="{FF2B5EF4-FFF2-40B4-BE49-F238E27FC236}">
                      <a16:creationId xmlns:a16="http://schemas.microsoft.com/office/drawing/2014/main" id="{D0A20A6D-4238-8F4A-89C0-F42A421E13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92" name="Oval 411">
                  <a:extLst>
                    <a:ext uri="{FF2B5EF4-FFF2-40B4-BE49-F238E27FC236}">
                      <a16:creationId xmlns:a16="http://schemas.microsoft.com/office/drawing/2014/main" id="{20209D8C-A441-D643-9E6E-6D6BF7AE2C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93" name="Group 137">
                  <a:extLst>
                    <a:ext uri="{FF2B5EF4-FFF2-40B4-BE49-F238E27FC236}">
                      <a16:creationId xmlns:a16="http://schemas.microsoft.com/office/drawing/2014/main" id="{97BF3F1D-BFFD-CE46-AA4F-1EF96C3537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96" name="Freeform 138">
                    <a:extLst>
                      <a:ext uri="{FF2B5EF4-FFF2-40B4-BE49-F238E27FC236}">
                        <a16:creationId xmlns:a16="http://schemas.microsoft.com/office/drawing/2014/main" id="{CB5EAAD6-36AD-5940-8E93-CCDF5F657E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97" name="Freeform 139">
                    <a:extLst>
                      <a:ext uri="{FF2B5EF4-FFF2-40B4-BE49-F238E27FC236}">
                        <a16:creationId xmlns:a16="http://schemas.microsoft.com/office/drawing/2014/main" id="{D2783AA8-98DB-2742-9633-D1DB298BE1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94" name="Line 140">
                  <a:extLst>
                    <a:ext uri="{FF2B5EF4-FFF2-40B4-BE49-F238E27FC236}">
                      <a16:creationId xmlns:a16="http://schemas.microsoft.com/office/drawing/2014/main" id="{9A3A7A14-3CDE-3343-9E31-B79200B6CF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95" name="Line 141">
                  <a:extLst>
                    <a:ext uri="{FF2B5EF4-FFF2-40B4-BE49-F238E27FC236}">
                      <a16:creationId xmlns:a16="http://schemas.microsoft.com/office/drawing/2014/main" id="{568B98BA-26D9-5648-9525-DB9872C35B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36" name="Group 133">
                <a:extLst>
                  <a:ext uri="{FF2B5EF4-FFF2-40B4-BE49-F238E27FC236}">
                    <a16:creationId xmlns:a16="http://schemas.microsoft.com/office/drawing/2014/main" id="{0E17A66D-7D8B-5F41-BCE3-E570B63683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2582" name="Oval 407">
                  <a:extLst>
                    <a:ext uri="{FF2B5EF4-FFF2-40B4-BE49-F238E27FC236}">
                      <a16:creationId xmlns:a16="http://schemas.microsoft.com/office/drawing/2014/main" id="{08C4B1E3-E7B8-6643-8D79-369103CE73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83" name="Rectangle 410">
                  <a:extLst>
                    <a:ext uri="{FF2B5EF4-FFF2-40B4-BE49-F238E27FC236}">
                      <a16:creationId xmlns:a16="http://schemas.microsoft.com/office/drawing/2014/main" id="{5A2BCCD6-1805-C846-B54E-B2051A89B7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84" name="Oval 411">
                  <a:extLst>
                    <a:ext uri="{FF2B5EF4-FFF2-40B4-BE49-F238E27FC236}">
                      <a16:creationId xmlns:a16="http://schemas.microsoft.com/office/drawing/2014/main" id="{88589E86-04E3-9B43-B338-1546C6A51E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85" name="Group 137">
                  <a:extLst>
                    <a:ext uri="{FF2B5EF4-FFF2-40B4-BE49-F238E27FC236}">
                      <a16:creationId xmlns:a16="http://schemas.microsoft.com/office/drawing/2014/main" id="{826A4B0A-B788-E54A-9EA4-9D62611463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88" name="Freeform 138">
                    <a:extLst>
                      <a:ext uri="{FF2B5EF4-FFF2-40B4-BE49-F238E27FC236}">
                        <a16:creationId xmlns:a16="http://schemas.microsoft.com/office/drawing/2014/main" id="{99939D3A-6B28-054A-B71F-0E4E67D9D8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89" name="Freeform 139">
                    <a:extLst>
                      <a:ext uri="{FF2B5EF4-FFF2-40B4-BE49-F238E27FC236}">
                        <a16:creationId xmlns:a16="http://schemas.microsoft.com/office/drawing/2014/main" id="{71DD795F-B2F0-1743-8A24-D230657115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86" name="Line 140">
                  <a:extLst>
                    <a:ext uri="{FF2B5EF4-FFF2-40B4-BE49-F238E27FC236}">
                      <a16:creationId xmlns:a16="http://schemas.microsoft.com/office/drawing/2014/main" id="{C1A81B6B-0397-BD4C-A09F-6752DBD887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56"/>
                  <a:ext cx="0" cy="88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87" name="Line 141">
                  <a:extLst>
                    <a:ext uri="{FF2B5EF4-FFF2-40B4-BE49-F238E27FC236}">
                      <a16:creationId xmlns:a16="http://schemas.microsoft.com/office/drawing/2014/main" id="{D95D2676-448B-2E41-A61F-1B226AD356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58"/>
                  <a:ext cx="0" cy="8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37" name="Group 133">
                <a:extLst>
                  <a:ext uri="{FF2B5EF4-FFF2-40B4-BE49-F238E27FC236}">
                    <a16:creationId xmlns:a16="http://schemas.microsoft.com/office/drawing/2014/main" id="{793837A4-55FA-2541-B594-F0C51D445F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2574" name="Oval 407">
                  <a:extLst>
                    <a:ext uri="{FF2B5EF4-FFF2-40B4-BE49-F238E27FC236}">
                      <a16:creationId xmlns:a16="http://schemas.microsoft.com/office/drawing/2014/main" id="{196B9A26-7308-8C4D-9336-8222537B5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75" name="Rectangle 410">
                  <a:extLst>
                    <a:ext uri="{FF2B5EF4-FFF2-40B4-BE49-F238E27FC236}">
                      <a16:creationId xmlns:a16="http://schemas.microsoft.com/office/drawing/2014/main" id="{6645480F-8545-4F46-A661-8A40B381A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76" name="Oval 411">
                  <a:extLst>
                    <a:ext uri="{FF2B5EF4-FFF2-40B4-BE49-F238E27FC236}">
                      <a16:creationId xmlns:a16="http://schemas.microsoft.com/office/drawing/2014/main" id="{155A4888-4551-1846-BBFA-61604C9B50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77" name="Group 137">
                  <a:extLst>
                    <a:ext uri="{FF2B5EF4-FFF2-40B4-BE49-F238E27FC236}">
                      <a16:creationId xmlns:a16="http://schemas.microsoft.com/office/drawing/2014/main" id="{15C82C35-1614-6D42-9C7F-35F402D84B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80" name="Freeform 138">
                    <a:extLst>
                      <a:ext uri="{FF2B5EF4-FFF2-40B4-BE49-F238E27FC236}">
                        <a16:creationId xmlns:a16="http://schemas.microsoft.com/office/drawing/2014/main" id="{43D75FD7-B2AE-6D4E-ACD0-3A2E5FA326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81" name="Freeform 139">
                    <a:extLst>
                      <a:ext uri="{FF2B5EF4-FFF2-40B4-BE49-F238E27FC236}">
                        <a16:creationId xmlns:a16="http://schemas.microsoft.com/office/drawing/2014/main" id="{948C0056-D7B2-0F4E-82C0-6EE9185E96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78" name="Line 140">
                  <a:extLst>
                    <a:ext uri="{FF2B5EF4-FFF2-40B4-BE49-F238E27FC236}">
                      <a16:creationId xmlns:a16="http://schemas.microsoft.com/office/drawing/2014/main" id="{B6099386-2953-A24D-9C2F-183267CE1C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79" name="Line 141">
                  <a:extLst>
                    <a:ext uri="{FF2B5EF4-FFF2-40B4-BE49-F238E27FC236}">
                      <a16:creationId xmlns:a16="http://schemas.microsoft.com/office/drawing/2014/main" id="{47280217-6588-2442-88B2-2C978D2DBF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38" name="Group 133">
                <a:extLst>
                  <a:ext uri="{FF2B5EF4-FFF2-40B4-BE49-F238E27FC236}">
                    <a16:creationId xmlns:a16="http://schemas.microsoft.com/office/drawing/2014/main" id="{A06444CC-9092-1545-8DB8-6E8FDA47D2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2566" name="Oval 407">
                  <a:extLst>
                    <a:ext uri="{FF2B5EF4-FFF2-40B4-BE49-F238E27FC236}">
                      <a16:creationId xmlns:a16="http://schemas.microsoft.com/office/drawing/2014/main" id="{98F0B009-EAE9-4D45-ADBF-90E4C8514A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67" name="Rectangle 410">
                  <a:extLst>
                    <a:ext uri="{FF2B5EF4-FFF2-40B4-BE49-F238E27FC236}">
                      <a16:creationId xmlns:a16="http://schemas.microsoft.com/office/drawing/2014/main" id="{69CB880D-4159-314B-8589-398633740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68" name="Oval 411">
                  <a:extLst>
                    <a:ext uri="{FF2B5EF4-FFF2-40B4-BE49-F238E27FC236}">
                      <a16:creationId xmlns:a16="http://schemas.microsoft.com/office/drawing/2014/main" id="{6B73AC4A-06D5-BD46-BC62-FAF54C96B2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69" name="Group 137">
                  <a:extLst>
                    <a:ext uri="{FF2B5EF4-FFF2-40B4-BE49-F238E27FC236}">
                      <a16:creationId xmlns:a16="http://schemas.microsoft.com/office/drawing/2014/main" id="{6A495CD8-F8C0-9D42-9061-64D1E60810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72" name="Freeform 138">
                    <a:extLst>
                      <a:ext uri="{FF2B5EF4-FFF2-40B4-BE49-F238E27FC236}">
                        <a16:creationId xmlns:a16="http://schemas.microsoft.com/office/drawing/2014/main" id="{88F3B665-197B-4F49-8C43-447D1016AC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73" name="Freeform 139">
                    <a:extLst>
                      <a:ext uri="{FF2B5EF4-FFF2-40B4-BE49-F238E27FC236}">
                        <a16:creationId xmlns:a16="http://schemas.microsoft.com/office/drawing/2014/main" id="{252B1589-DFED-0B42-BE9A-3315ED3772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70" name="Line 140">
                  <a:extLst>
                    <a:ext uri="{FF2B5EF4-FFF2-40B4-BE49-F238E27FC236}">
                      <a16:creationId xmlns:a16="http://schemas.microsoft.com/office/drawing/2014/main" id="{FA2EF4E0-3B3F-CE46-8105-EE6EAFA74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71" name="Line 141">
                  <a:extLst>
                    <a:ext uri="{FF2B5EF4-FFF2-40B4-BE49-F238E27FC236}">
                      <a16:creationId xmlns:a16="http://schemas.microsoft.com/office/drawing/2014/main" id="{54F135E8-4A3E-7042-A857-E505A16F35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39" name="Group 133">
                <a:extLst>
                  <a:ext uri="{FF2B5EF4-FFF2-40B4-BE49-F238E27FC236}">
                    <a16:creationId xmlns:a16="http://schemas.microsoft.com/office/drawing/2014/main" id="{C56D0DB6-C8C2-BD46-A61F-B87FCB324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2558" name="Oval 407">
                  <a:extLst>
                    <a:ext uri="{FF2B5EF4-FFF2-40B4-BE49-F238E27FC236}">
                      <a16:creationId xmlns:a16="http://schemas.microsoft.com/office/drawing/2014/main" id="{8DD481CE-4625-5444-84F8-C4FDB1565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59" name="Rectangle 410">
                  <a:extLst>
                    <a:ext uri="{FF2B5EF4-FFF2-40B4-BE49-F238E27FC236}">
                      <a16:creationId xmlns:a16="http://schemas.microsoft.com/office/drawing/2014/main" id="{DE30FE06-38AD-6649-B253-DAA50CC45C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60" name="Oval 411">
                  <a:extLst>
                    <a:ext uri="{FF2B5EF4-FFF2-40B4-BE49-F238E27FC236}">
                      <a16:creationId xmlns:a16="http://schemas.microsoft.com/office/drawing/2014/main" id="{6209655C-FC5E-E44B-9975-53EE035307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61" name="Group 137">
                  <a:extLst>
                    <a:ext uri="{FF2B5EF4-FFF2-40B4-BE49-F238E27FC236}">
                      <a16:creationId xmlns:a16="http://schemas.microsoft.com/office/drawing/2014/main" id="{42D22DF6-EB02-344F-BA0F-82D271D19B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64" name="Freeform 138">
                    <a:extLst>
                      <a:ext uri="{FF2B5EF4-FFF2-40B4-BE49-F238E27FC236}">
                        <a16:creationId xmlns:a16="http://schemas.microsoft.com/office/drawing/2014/main" id="{D1FD082C-1EE9-A840-9BBB-D573C2BAE2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65" name="Freeform 139">
                    <a:extLst>
                      <a:ext uri="{FF2B5EF4-FFF2-40B4-BE49-F238E27FC236}">
                        <a16:creationId xmlns:a16="http://schemas.microsoft.com/office/drawing/2014/main" id="{120A354C-EEB2-4349-805D-D662937E8F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62" name="Line 140">
                  <a:extLst>
                    <a:ext uri="{FF2B5EF4-FFF2-40B4-BE49-F238E27FC236}">
                      <a16:creationId xmlns:a16="http://schemas.microsoft.com/office/drawing/2014/main" id="{735E47BC-2B85-9A40-AD5E-92DCDE8453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63" name="Line 141">
                  <a:extLst>
                    <a:ext uri="{FF2B5EF4-FFF2-40B4-BE49-F238E27FC236}">
                      <a16:creationId xmlns:a16="http://schemas.microsoft.com/office/drawing/2014/main" id="{DA8F5B97-1A95-DD40-9510-949A18009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40" name="Group 133">
                <a:extLst>
                  <a:ext uri="{FF2B5EF4-FFF2-40B4-BE49-F238E27FC236}">
                    <a16:creationId xmlns:a16="http://schemas.microsoft.com/office/drawing/2014/main" id="{62F71D57-BD92-A645-AED5-AD0F00C983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2550" name="Oval 407">
                  <a:extLst>
                    <a:ext uri="{FF2B5EF4-FFF2-40B4-BE49-F238E27FC236}">
                      <a16:creationId xmlns:a16="http://schemas.microsoft.com/office/drawing/2014/main" id="{E3F7C915-A486-E444-98C1-779B890F7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51" name="Rectangle 410">
                  <a:extLst>
                    <a:ext uri="{FF2B5EF4-FFF2-40B4-BE49-F238E27FC236}">
                      <a16:creationId xmlns:a16="http://schemas.microsoft.com/office/drawing/2014/main" id="{6E2EBA92-BAAC-8A4E-B9EE-659B6D50F9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52" name="Oval 411">
                  <a:extLst>
                    <a:ext uri="{FF2B5EF4-FFF2-40B4-BE49-F238E27FC236}">
                      <a16:creationId xmlns:a16="http://schemas.microsoft.com/office/drawing/2014/main" id="{811CC388-E88F-794C-B93B-4BD0E270E8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53" name="Group 137">
                  <a:extLst>
                    <a:ext uri="{FF2B5EF4-FFF2-40B4-BE49-F238E27FC236}">
                      <a16:creationId xmlns:a16="http://schemas.microsoft.com/office/drawing/2014/main" id="{08071467-A7D7-4544-B96A-92880380E8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56" name="Freeform 138">
                    <a:extLst>
                      <a:ext uri="{FF2B5EF4-FFF2-40B4-BE49-F238E27FC236}">
                        <a16:creationId xmlns:a16="http://schemas.microsoft.com/office/drawing/2014/main" id="{DFFC3363-8E4F-4246-A933-E3CDB2A917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57" name="Freeform 139">
                    <a:extLst>
                      <a:ext uri="{FF2B5EF4-FFF2-40B4-BE49-F238E27FC236}">
                        <a16:creationId xmlns:a16="http://schemas.microsoft.com/office/drawing/2014/main" id="{FA89DEB4-2D16-5340-9560-4C1F194F96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54" name="Line 140">
                  <a:extLst>
                    <a:ext uri="{FF2B5EF4-FFF2-40B4-BE49-F238E27FC236}">
                      <a16:creationId xmlns:a16="http://schemas.microsoft.com/office/drawing/2014/main" id="{C80F42E7-1527-D145-8D68-DB063A0343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55" name="Line 141">
                  <a:extLst>
                    <a:ext uri="{FF2B5EF4-FFF2-40B4-BE49-F238E27FC236}">
                      <a16:creationId xmlns:a16="http://schemas.microsoft.com/office/drawing/2014/main" id="{419CAED2-2FDF-AD45-BCC9-3051C70FAA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41" name="Group 133">
                <a:extLst>
                  <a:ext uri="{FF2B5EF4-FFF2-40B4-BE49-F238E27FC236}">
                    <a16:creationId xmlns:a16="http://schemas.microsoft.com/office/drawing/2014/main" id="{FB922976-2E5B-5D49-807B-C93B68F18A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2542" name="Oval 407">
                  <a:extLst>
                    <a:ext uri="{FF2B5EF4-FFF2-40B4-BE49-F238E27FC236}">
                      <a16:creationId xmlns:a16="http://schemas.microsoft.com/office/drawing/2014/main" id="{0CA521A0-0563-A445-99FF-4E670AB03E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43" name="Rectangle 410">
                  <a:extLst>
                    <a:ext uri="{FF2B5EF4-FFF2-40B4-BE49-F238E27FC236}">
                      <a16:creationId xmlns:a16="http://schemas.microsoft.com/office/drawing/2014/main" id="{53B08889-B6A0-304D-B4AF-255569F733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44" name="Oval 411">
                  <a:extLst>
                    <a:ext uri="{FF2B5EF4-FFF2-40B4-BE49-F238E27FC236}">
                      <a16:creationId xmlns:a16="http://schemas.microsoft.com/office/drawing/2014/main" id="{1D769F62-F343-3A40-8620-384E7CA0FE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45" name="Group 137">
                  <a:extLst>
                    <a:ext uri="{FF2B5EF4-FFF2-40B4-BE49-F238E27FC236}">
                      <a16:creationId xmlns:a16="http://schemas.microsoft.com/office/drawing/2014/main" id="{738937E8-A4B3-3349-AD95-112B3D9B60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48" name="Freeform 138">
                    <a:extLst>
                      <a:ext uri="{FF2B5EF4-FFF2-40B4-BE49-F238E27FC236}">
                        <a16:creationId xmlns:a16="http://schemas.microsoft.com/office/drawing/2014/main" id="{DC32E303-AE74-1446-98DB-33DD542D13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49" name="Freeform 139">
                    <a:extLst>
                      <a:ext uri="{FF2B5EF4-FFF2-40B4-BE49-F238E27FC236}">
                        <a16:creationId xmlns:a16="http://schemas.microsoft.com/office/drawing/2014/main" id="{534040FD-A850-1546-AE7B-911B7D8E7F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46" name="Line 140">
                  <a:extLst>
                    <a:ext uri="{FF2B5EF4-FFF2-40B4-BE49-F238E27FC236}">
                      <a16:creationId xmlns:a16="http://schemas.microsoft.com/office/drawing/2014/main" id="{8414AFD1-A6AE-0C43-87E8-330C24F518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47" name="Line 141">
                  <a:extLst>
                    <a:ext uri="{FF2B5EF4-FFF2-40B4-BE49-F238E27FC236}">
                      <a16:creationId xmlns:a16="http://schemas.microsoft.com/office/drawing/2014/main" id="{BC404CA4-DE57-A546-B3C0-F6DCD43DB0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</p:grpSp>
        <p:grpSp>
          <p:nvGrpSpPr>
            <p:cNvPr id="212329" name="Group 331">
              <a:extLst>
                <a:ext uri="{FF2B5EF4-FFF2-40B4-BE49-F238E27FC236}">
                  <a16:creationId xmlns:a16="http://schemas.microsoft.com/office/drawing/2014/main" id="{2357F483-56DC-0D4E-ACFF-9C01DC6B98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3400" y="2755900"/>
              <a:ext cx="3467100" cy="1193800"/>
              <a:chOff x="7848600" y="2044700"/>
              <a:chExt cx="3200399" cy="1371600"/>
            </a:xfrm>
          </p:grpSpPr>
          <p:sp>
            <p:nvSpPr>
              <p:cNvPr id="212442" name="Oval 332">
                <a:extLst>
                  <a:ext uri="{FF2B5EF4-FFF2-40B4-BE49-F238E27FC236}">
                    <a16:creationId xmlns:a16="http://schemas.microsoft.com/office/drawing/2014/main" id="{9120DEBC-2FEF-534C-A5EF-75BF98FB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43" name="Group 133">
                <a:extLst>
                  <a:ext uri="{FF2B5EF4-FFF2-40B4-BE49-F238E27FC236}">
                    <a16:creationId xmlns:a16="http://schemas.microsoft.com/office/drawing/2014/main" id="{13FD973C-A8EE-5048-B348-4293B6AA64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2516" name="Oval 407">
                  <a:extLst>
                    <a:ext uri="{FF2B5EF4-FFF2-40B4-BE49-F238E27FC236}">
                      <a16:creationId xmlns:a16="http://schemas.microsoft.com/office/drawing/2014/main" id="{4CFD793E-DF31-1B46-B912-7925AAC6D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17" name="Rectangle 410">
                  <a:extLst>
                    <a:ext uri="{FF2B5EF4-FFF2-40B4-BE49-F238E27FC236}">
                      <a16:creationId xmlns:a16="http://schemas.microsoft.com/office/drawing/2014/main" id="{0BDCE3CD-0E06-3546-8D33-A3951ACB25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18" name="Oval 411">
                  <a:extLst>
                    <a:ext uri="{FF2B5EF4-FFF2-40B4-BE49-F238E27FC236}">
                      <a16:creationId xmlns:a16="http://schemas.microsoft.com/office/drawing/2014/main" id="{58812803-3BD2-E145-84D5-3459DE9599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19" name="Group 137">
                  <a:extLst>
                    <a:ext uri="{FF2B5EF4-FFF2-40B4-BE49-F238E27FC236}">
                      <a16:creationId xmlns:a16="http://schemas.microsoft.com/office/drawing/2014/main" id="{A84ACE82-842B-3D47-B02C-B87E3EA372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22" name="Freeform 138">
                    <a:extLst>
                      <a:ext uri="{FF2B5EF4-FFF2-40B4-BE49-F238E27FC236}">
                        <a16:creationId xmlns:a16="http://schemas.microsoft.com/office/drawing/2014/main" id="{2F4FE782-0E61-A24A-86F5-53C4280FC4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23" name="Freeform 139">
                    <a:extLst>
                      <a:ext uri="{FF2B5EF4-FFF2-40B4-BE49-F238E27FC236}">
                        <a16:creationId xmlns:a16="http://schemas.microsoft.com/office/drawing/2014/main" id="{20798D08-C275-C345-BDB5-ED6DA439F5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20" name="Line 140">
                  <a:extLst>
                    <a:ext uri="{FF2B5EF4-FFF2-40B4-BE49-F238E27FC236}">
                      <a16:creationId xmlns:a16="http://schemas.microsoft.com/office/drawing/2014/main" id="{9B8805E2-537D-484E-86AA-2288A84B6E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21" name="Line 141">
                  <a:extLst>
                    <a:ext uri="{FF2B5EF4-FFF2-40B4-BE49-F238E27FC236}">
                      <a16:creationId xmlns:a16="http://schemas.microsoft.com/office/drawing/2014/main" id="{A0649348-534F-1641-9713-81019EA8E2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cxnSp>
            <p:nvCxnSpPr>
              <p:cNvPr id="212444" name="Straight Connector 334">
                <a:extLst>
                  <a:ext uri="{FF2B5EF4-FFF2-40B4-BE49-F238E27FC236}">
                    <a16:creationId xmlns:a16="http://schemas.microsoft.com/office/drawing/2014/main" id="{4BABEB20-7AB6-0B49-9A50-DFA6EEAE4B48}"/>
                  </a:ext>
                </a:extLst>
              </p:cNvPr>
              <p:cNvCxnSpPr>
                <a:cxnSpLocks noChangeShapeType="1"/>
                <a:stCxn id="212521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5" name="Straight Connector 335">
                <a:extLst>
                  <a:ext uri="{FF2B5EF4-FFF2-40B4-BE49-F238E27FC236}">
                    <a16:creationId xmlns:a16="http://schemas.microsoft.com/office/drawing/2014/main" id="{29F32A41-5B1D-6A44-B6A6-8806F19EE8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6" name="Straight Connector 336">
                <a:extLst>
                  <a:ext uri="{FF2B5EF4-FFF2-40B4-BE49-F238E27FC236}">
                    <a16:creationId xmlns:a16="http://schemas.microsoft.com/office/drawing/2014/main" id="{E5B1E4A8-B1E8-4248-92B3-B50F21C2AFB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7" name="Straight Connector 337">
                <a:extLst>
                  <a:ext uri="{FF2B5EF4-FFF2-40B4-BE49-F238E27FC236}">
                    <a16:creationId xmlns:a16="http://schemas.microsoft.com/office/drawing/2014/main" id="{7E071437-3F53-F24B-AA41-AC92CD067A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8" name="Straight Connector 338">
                <a:extLst>
                  <a:ext uri="{FF2B5EF4-FFF2-40B4-BE49-F238E27FC236}">
                    <a16:creationId xmlns:a16="http://schemas.microsoft.com/office/drawing/2014/main" id="{270D89F3-A5CD-0D42-9664-1CBD48D3C3F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9" name="Straight Connector 339">
                <a:extLst>
                  <a:ext uri="{FF2B5EF4-FFF2-40B4-BE49-F238E27FC236}">
                    <a16:creationId xmlns:a16="http://schemas.microsoft.com/office/drawing/2014/main" id="{8E0B0208-44DB-7F44-B1B8-BE249EE486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0" name="Straight Connector 340">
                <a:extLst>
                  <a:ext uri="{FF2B5EF4-FFF2-40B4-BE49-F238E27FC236}">
                    <a16:creationId xmlns:a16="http://schemas.microsoft.com/office/drawing/2014/main" id="{E96A89C9-2D97-5641-9D11-075A3C7111C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1" name="Straight Connector 341">
                <a:extLst>
                  <a:ext uri="{FF2B5EF4-FFF2-40B4-BE49-F238E27FC236}">
                    <a16:creationId xmlns:a16="http://schemas.microsoft.com/office/drawing/2014/main" id="{505210E4-C184-2840-8C6D-90AF6551CA1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2" name="Straight Connector 342">
                <a:extLst>
                  <a:ext uri="{FF2B5EF4-FFF2-40B4-BE49-F238E27FC236}">
                    <a16:creationId xmlns:a16="http://schemas.microsoft.com/office/drawing/2014/main" id="{21C8FA11-4B83-174D-8F02-BD67AB5C5AA8}"/>
                  </a:ext>
                </a:extLst>
              </p:cNvPr>
              <p:cNvCxnSpPr>
                <a:cxnSpLocks noChangeShapeType="1"/>
                <a:endCxn id="212516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2453" name="Group 133">
                <a:extLst>
                  <a:ext uri="{FF2B5EF4-FFF2-40B4-BE49-F238E27FC236}">
                    <a16:creationId xmlns:a16="http://schemas.microsoft.com/office/drawing/2014/main" id="{7561C78A-6F59-DF42-ACCB-01A5CC6657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2508" name="Oval 407">
                  <a:extLst>
                    <a:ext uri="{FF2B5EF4-FFF2-40B4-BE49-F238E27FC236}">
                      <a16:creationId xmlns:a16="http://schemas.microsoft.com/office/drawing/2014/main" id="{DAB1A0A2-2479-434F-BC8F-D8D60A6E7F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09" name="Rectangle 410">
                  <a:extLst>
                    <a:ext uri="{FF2B5EF4-FFF2-40B4-BE49-F238E27FC236}">
                      <a16:creationId xmlns:a16="http://schemas.microsoft.com/office/drawing/2014/main" id="{ED06BFFA-C85C-E145-B80B-C4E40F4EB2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10" name="Oval 411">
                  <a:extLst>
                    <a:ext uri="{FF2B5EF4-FFF2-40B4-BE49-F238E27FC236}">
                      <a16:creationId xmlns:a16="http://schemas.microsoft.com/office/drawing/2014/main" id="{0455DC68-96EA-7441-8A88-D21D991C80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11" name="Group 137">
                  <a:extLst>
                    <a:ext uri="{FF2B5EF4-FFF2-40B4-BE49-F238E27FC236}">
                      <a16:creationId xmlns:a16="http://schemas.microsoft.com/office/drawing/2014/main" id="{A70E3948-269D-1043-981F-069B6B9466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14" name="Freeform 138">
                    <a:extLst>
                      <a:ext uri="{FF2B5EF4-FFF2-40B4-BE49-F238E27FC236}">
                        <a16:creationId xmlns:a16="http://schemas.microsoft.com/office/drawing/2014/main" id="{4D2E9F7C-6625-1D46-B345-89632F2091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15" name="Freeform 139">
                    <a:extLst>
                      <a:ext uri="{FF2B5EF4-FFF2-40B4-BE49-F238E27FC236}">
                        <a16:creationId xmlns:a16="http://schemas.microsoft.com/office/drawing/2014/main" id="{38702A10-8A63-4041-A2E6-19D0700CDE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12" name="Line 140">
                  <a:extLst>
                    <a:ext uri="{FF2B5EF4-FFF2-40B4-BE49-F238E27FC236}">
                      <a16:creationId xmlns:a16="http://schemas.microsoft.com/office/drawing/2014/main" id="{DB3D42B8-1E0B-2141-AC34-40F5DB7482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13" name="Line 141">
                  <a:extLst>
                    <a:ext uri="{FF2B5EF4-FFF2-40B4-BE49-F238E27FC236}">
                      <a16:creationId xmlns:a16="http://schemas.microsoft.com/office/drawing/2014/main" id="{ACF706A7-798D-A346-9CF3-ABA839EB33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4" name="Group 133">
                <a:extLst>
                  <a:ext uri="{FF2B5EF4-FFF2-40B4-BE49-F238E27FC236}">
                    <a16:creationId xmlns:a16="http://schemas.microsoft.com/office/drawing/2014/main" id="{06A6101F-46E0-3B4D-AECC-DD3071E624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2500" name="Oval 407">
                  <a:extLst>
                    <a:ext uri="{FF2B5EF4-FFF2-40B4-BE49-F238E27FC236}">
                      <a16:creationId xmlns:a16="http://schemas.microsoft.com/office/drawing/2014/main" id="{3C6918EF-EA4A-BB45-BB58-B11A1CBCCA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01" name="Rectangle 410">
                  <a:extLst>
                    <a:ext uri="{FF2B5EF4-FFF2-40B4-BE49-F238E27FC236}">
                      <a16:creationId xmlns:a16="http://schemas.microsoft.com/office/drawing/2014/main" id="{1E018DCB-4971-CE48-A256-AA43629130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02" name="Oval 411">
                  <a:extLst>
                    <a:ext uri="{FF2B5EF4-FFF2-40B4-BE49-F238E27FC236}">
                      <a16:creationId xmlns:a16="http://schemas.microsoft.com/office/drawing/2014/main" id="{F09DC61A-8AB3-E645-AB67-B820BC5A88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03" name="Group 137">
                  <a:extLst>
                    <a:ext uri="{FF2B5EF4-FFF2-40B4-BE49-F238E27FC236}">
                      <a16:creationId xmlns:a16="http://schemas.microsoft.com/office/drawing/2014/main" id="{079DAECD-11B3-AF46-83BC-DC7102A4C9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06" name="Freeform 138">
                    <a:extLst>
                      <a:ext uri="{FF2B5EF4-FFF2-40B4-BE49-F238E27FC236}">
                        <a16:creationId xmlns:a16="http://schemas.microsoft.com/office/drawing/2014/main" id="{6CF13D1B-9091-9C49-A731-C3B1BD2994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07" name="Freeform 139">
                    <a:extLst>
                      <a:ext uri="{FF2B5EF4-FFF2-40B4-BE49-F238E27FC236}">
                        <a16:creationId xmlns:a16="http://schemas.microsoft.com/office/drawing/2014/main" id="{1112B24D-A91B-6345-8904-3311A6EF37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04" name="Line 140">
                  <a:extLst>
                    <a:ext uri="{FF2B5EF4-FFF2-40B4-BE49-F238E27FC236}">
                      <a16:creationId xmlns:a16="http://schemas.microsoft.com/office/drawing/2014/main" id="{F4E2AE18-3DFD-6F4A-9AAD-78CC47F25F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05" name="Line 141">
                  <a:extLst>
                    <a:ext uri="{FF2B5EF4-FFF2-40B4-BE49-F238E27FC236}">
                      <a16:creationId xmlns:a16="http://schemas.microsoft.com/office/drawing/2014/main" id="{A102C4D1-EDAF-0C49-BE0C-0530A350DC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5" name="Group 133">
                <a:extLst>
                  <a:ext uri="{FF2B5EF4-FFF2-40B4-BE49-F238E27FC236}">
                    <a16:creationId xmlns:a16="http://schemas.microsoft.com/office/drawing/2014/main" id="{4C3582DA-B6CF-0D48-AAC3-41E294C933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2492" name="Oval 407">
                  <a:extLst>
                    <a:ext uri="{FF2B5EF4-FFF2-40B4-BE49-F238E27FC236}">
                      <a16:creationId xmlns:a16="http://schemas.microsoft.com/office/drawing/2014/main" id="{6E059628-B008-424D-8E3C-9AAA3EF6C9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93" name="Rectangle 410">
                  <a:extLst>
                    <a:ext uri="{FF2B5EF4-FFF2-40B4-BE49-F238E27FC236}">
                      <a16:creationId xmlns:a16="http://schemas.microsoft.com/office/drawing/2014/main" id="{9B0DAB25-8759-7C4C-ACC2-288100B5B1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94" name="Oval 411">
                  <a:extLst>
                    <a:ext uri="{FF2B5EF4-FFF2-40B4-BE49-F238E27FC236}">
                      <a16:creationId xmlns:a16="http://schemas.microsoft.com/office/drawing/2014/main" id="{BD574B09-1737-2942-BEA1-07433C4F34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95" name="Group 137">
                  <a:extLst>
                    <a:ext uri="{FF2B5EF4-FFF2-40B4-BE49-F238E27FC236}">
                      <a16:creationId xmlns:a16="http://schemas.microsoft.com/office/drawing/2014/main" id="{40226B75-332A-6C49-AD5D-F7B0F900E1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98" name="Freeform 138">
                    <a:extLst>
                      <a:ext uri="{FF2B5EF4-FFF2-40B4-BE49-F238E27FC236}">
                        <a16:creationId xmlns:a16="http://schemas.microsoft.com/office/drawing/2014/main" id="{D4734774-D18E-F44F-A5B6-A70189E1EF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99" name="Freeform 139">
                    <a:extLst>
                      <a:ext uri="{FF2B5EF4-FFF2-40B4-BE49-F238E27FC236}">
                        <a16:creationId xmlns:a16="http://schemas.microsoft.com/office/drawing/2014/main" id="{949C6A4F-BB8B-7C49-9178-2224D4F76E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96" name="Line 140">
                  <a:extLst>
                    <a:ext uri="{FF2B5EF4-FFF2-40B4-BE49-F238E27FC236}">
                      <a16:creationId xmlns:a16="http://schemas.microsoft.com/office/drawing/2014/main" id="{5026986B-2A1D-1A4B-AA0E-09376B1A5A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97" name="Line 141">
                  <a:extLst>
                    <a:ext uri="{FF2B5EF4-FFF2-40B4-BE49-F238E27FC236}">
                      <a16:creationId xmlns:a16="http://schemas.microsoft.com/office/drawing/2014/main" id="{FAB277D9-41F4-B347-A4EB-B251DFAA6C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6" name="Group 133">
                <a:extLst>
                  <a:ext uri="{FF2B5EF4-FFF2-40B4-BE49-F238E27FC236}">
                    <a16:creationId xmlns:a16="http://schemas.microsoft.com/office/drawing/2014/main" id="{78F96BC6-C625-FB44-A46C-A50621DE7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2484" name="Oval 407">
                  <a:extLst>
                    <a:ext uri="{FF2B5EF4-FFF2-40B4-BE49-F238E27FC236}">
                      <a16:creationId xmlns:a16="http://schemas.microsoft.com/office/drawing/2014/main" id="{3BCF7842-1314-FB40-87A2-521057A848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85" name="Rectangle 410">
                  <a:extLst>
                    <a:ext uri="{FF2B5EF4-FFF2-40B4-BE49-F238E27FC236}">
                      <a16:creationId xmlns:a16="http://schemas.microsoft.com/office/drawing/2014/main" id="{E1FF86B2-59E7-AC4E-A526-C279FB716C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86" name="Oval 411">
                  <a:extLst>
                    <a:ext uri="{FF2B5EF4-FFF2-40B4-BE49-F238E27FC236}">
                      <a16:creationId xmlns:a16="http://schemas.microsoft.com/office/drawing/2014/main" id="{9F8413E9-C48E-264A-8591-2C0B204D1C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87" name="Group 137">
                  <a:extLst>
                    <a:ext uri="{FF2B5EF4-FFF2-40B4-BE49-F238E27FC236}">
                      <a16:creationId xmlns:a16="http://schemas.microsoft.com/office/drawing/2014/main" id="{99B838FA-6F6C-CE46-BA53-7674D71F97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90" name="Freeform 138">
                    <a:extLst>
                      <a:ext uri="{FF2B5EF4-FFF2-40B4-BE49-F238E27FC236}">
                        <a16:creationId xmlns:a16="http://schemas.microsoft.com/office/drawing/2014/main" id="{6638E85E-FA8E-E44D-8090-88DD58519A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91" name="Freeform 139">
                    <a:extLst>
                      <a:ext uri="{FF2B5EF4-FFF2-40B4-BE49-F238E27FC236}">
                        <a16:creationId xmlns:a16="http://schemas.microsoft.com/office/drawing/2014/main" id="{CC4C1859-B092-FF46-A11F-4532415ACF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88" name="Line 140">
                  <a:extLst>
                    <a:ext uri="{FF2B5EF4-FFF2-40B4-BE49-F238E27FC236}">
                      <a16:creationId xmlns:a16="http://schemas.microsoft.com/office/drawing/2014/main" id="{2706917F-DCBC-6648-B7E0-2EF70D0848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0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89" name="Line 141">
                  <a:extLst>
                    <a:ext uri="{FF2B5EF4-FFF2-40B4-BE49-F238E27FC236}">
                      <a16:creationId xmlns:a16="http://schemas.microsoft.com/office/drawing/2014/main" id="{EA36D1C6-AAAC-7642-862E-993275FFE2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7" name="Group 133">
                <a:extLst>
                  <a:ext uri="{FF2B5EF4-FFF2-40B4-BE49-F238E27FC236}">
                    <a16:creationId xmlns:a16="http://schemas.microsoft.com/office/drawing/2014/main" id="{6F71D3B3-5368-9F47-9279-5F4EC716AA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2476" name="Oval 407">
                  <a:extLst>
                    <a:ext uri="{FF2B5EF4-FFF2-40B4-BE49-F238E27FC236}">
                      <a16:creationId xmlns:a16="http://schemas.microsoft.com/office/drawing/2014/main" id="{03EBCB07-3B8C-F04D-87C2-120934D041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77" name="Rectangle 410">
                  <a:extLst>
                    <a:ext uri="{FF2B5EF4-FFF2-40B4-BE49-F238E27FC236}">
                      <a16:creationId xmlns:a16="http://schemas.microsoft.com/office/drawing/2014/main" id="{F054508A-5C7E-0F43-B114-28281D9060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78" name="Oval 411">
                  <a:extLst>
                    <a:ext uri="{FF2B5EF4-FFF2-40B4-BE49-F238E27FC236}">
                      <a16:creationId xmlns:a16="http://schemas.microsoft.com/office/drawing/2014/main" id="{DD0AC63F-E6BE-C442-9820-042A46C046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79" name="Group 137">
                  <a:extLst>
                    <a:ext uri="{FF2B5EF4-FFF2-40B4-BE49-F238E27FC236}">
                      <a16:creationId xmlns:a16="http://schemas.microsoft.com/office/drawing/2014/main" id="{99E9D08B-F159-E345-A669-BEB0E58C7E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82" name="Freeform 138">
                    <a:extLst>
                      <a:ext uri="{FF2B5EF4-FFF2-40B4-BE49-F238E27FC236}">
                        <a16:creationId xmlns:a16="http://schemas.microsoft.com/office/drawing/2014/main" id="{A4A63597-6D29-6B49-84DD-2CC90577A5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83" name="Freeform 139">
                    <a:extLst>
                      <a:ext uri="{FF2B5EF4-FFF2-40B4-BE49-F238E27FC236}">
                        <a16:creationId xmlns:a16="http://schemas.microsoft.com/office/drawing/2014/main" id="{E9B40649-7213-5A4C-85C3-4E5D2E0D05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80" name="Line 140">
                  <a:extLst>
                    <a:ext uri="{FF2B5EF4-FFF2-40B4-BE49-F238E27FC236}">
                      <a16:creationId xmlns:a16="http://schemas.microsoft.com/office/drawing/2014/main" id="{6A2D1502-F648-694C-B2A3-2DCA8217C7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81" name="Line 141">
                  <a:extLst>
                    <a:ext uri="{FF2B5EF4-FFF2-40B4-BE49-F238E27FC236}">
                      <a16:creationId xmlns:a16="http://schemas.microsoft.com/office/drawing/2014/main" id="{69384DF4-2CEC-D343-B40D-827624497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8" name="Group 133">
                <a:extLst>
                  <a:ext uri="{FF2B5EF4-FFF2-40B4-BE49-F238E27FC236}">
                    <a16:creationId xmlns:a16="http://schemas.microsoft.com/office/drawing/2014/main" id="{C11F5225-9372-7245-B837-0402FFE85C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2468" name="Oval 407">
                  <a:extLst>
                    <a:ext uri="{FF2B5EF4-FFF2-40B4-BE49-F238E27FC236}">
                      <a16:creationId xmlns:a16="http://schemas.microsoft.com/office/drawing/2014/main" id="{AC8D4647-F840-2C47-90A4-1E045B3D3C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69" name="Rectangle 410">
                  <a:extLst>
                    <a:ext uri="{FF2B5EF4-FFF2-40B4-BE49-F238E27FC236}">
                      <a16:creationId xmlns:a16="http://schemas.microsoft.com/office/drawing/2014/main" id="{B1A62944-EAE7-7E43-8999-85E502468E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70" name="Oval 411">
                  <a:extLst>
                    <a:ext uri="{FF2B5EF4-FFF2-40B4-BE49-F238E27FC236}">
                      <a16:creationId xmlns:a16="http://schemas.microsoft.com/office/drawing/2014/main" id="{B55CEF74-BD0A-E14F-8F62-E62882EFC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71" name="Group 137">
                  <a:extLst>
                    <a:ext uri="{FF2B5EF4-FFF2-40B4-BE49-F238E27FC236}">
                      <a16:creationId xmlns:a16="http://schemas.microsoft.com/office/drawing/2014/main" id="{86BE8552-DE6E-1441-8E62-8C5E44AF14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74" name="Freeform 138">
                    <a:extLst>
                      <a:ext uri="{FF2B5EF4-FFF2-40B4-BE49-F238E27FC236}">
                        <a16:creationId xmlns:a16="http://schemas.microsoft.com/office/drawing/2014/main" id="{011886F2-634D-7A43-9E3F-B0D5E4B08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75" name="Freeform 139">
                    <a:extLst>
                      <a:ext uri="{FF2B5EF4-FFF2-40B4-BE49-F238E27FC236}">
                        <a16:creationId xmlns:a16="http://schemas.microsoft.com/office/drawing/2014/main" id="{745E875F-3D57-B149-AE3A-24D67211D7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72" name="Line 140">
                  <a:extLst>
                    <a:ext uri="{FF2B5EF4-FFF2-40B4-BE49-F238E27FC236}">
                      <a16:creationId xmlns:a16="http://schemas.microsoft.com/office/drawing/2014/main" id="{6C7DCEF3-5492-9E41-98F4-1D0E7669B4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73" name="Line 141">
                  <a:extLst>
                    <a:ext uri="{FF2B5EF4-FFF2-40B4-BE49-F238E27FC236}">
                      <a16:creationId xmlns:a16="http://schemas.microsoft.com/office/drawing/2014/main" id="{C1E95F02-6F0C-AD4B-940D-EE552827D8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9" name="Group 133">
                <a:extLst>
                  <a:ext uri="{FF2B5EF4-FFF2-40B4-BE49-F238E27FC236}">
                    <a16:creationId xmlns:a16="http://schemas.microsoft.com/office/drawing/2014/main" id="{116A8522-2EEF-994E-BBD0-5F4D5716BF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2460" name="Oval 407">
                  <a:extLst>
                    <a:ext uri="{FF2B5EF4-FFF2-40B4-BE49-F238E27FC236}">
                      <a16:creationId xmlns:a16="http://schemas.microsoft.com/office/drawing/2014/main" id="{26DE0F20-7688-3E47-81FC-67B64A0C34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61" name="Rectangle 410">
                  <a:extLst>
                    <a:ext uri="{FF2B5EF4-FFF2-40B4-BE49-F238E27FC236}">
                      <a16:creationId xmlns:a16="http://schemas.microsoft.com/office/drawing/2014/main" id="{87617361-E2F8-5441-947A-836C2D471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62" name="Oval 411">
                  <a:extLst>
                    <a:ext uri="{FF2B5EF4-FFF2-40B4-BE49-F238E27FC236}">
                      <a16:creationId xmlns:a16="http://schemas.microsoft.com/office/drawing/2014/main" id="{55B9E919-C891-114A-9F2B-91C55602F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63" name="Group 137">
                  <a:extLst>
                    <a:ext uri="{FF2B5EF4-FFF2-40B4-BE49-F238E27FC236}">
                      <a16:creationId xmlns:a16="http://schemas.microsoft.com/office/drawing/2014/main" id="{2FAEA4A7-AF75-7A42-B3A6-CA73C06FE0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66" name="Freeform 138">
                    <a:extLst>
                      <a:ext uri="{FF2B5EF4-FFF2-40B4-BE49-F238E27FC236}">
                        <a16:creationId xmlns:a16="http://schemas.microsoft.com/office/drawing/2014/main" id="{8F8C2317-F654-1644-8A93-893FD07168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67" name="Freeform 139">
                    <a:extLst>
                      <a:ext uri="{FF2B5EF4-FFF2-40B4-BE49-F238E27FC236}">
                        <a16:creationId xmlns:a16="http://schemas.microsoft.com/office/drawing/2014/main" id="{FCC37B34-91F2-B84D-9A8D-F842612E4E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64" name="Line 140">
                  <a:extLst>
                    <a:ext uri="{FF2B5EF4-FFF2-40B4-BE49-F238E27FC236}">
                      <a16:creationId xmlns:a16="http://schemas.microsoft.com/office/drawing/2014/main" id="{22D337FE-9DD1-3246-8616-2EA35C668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7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65" name="Line 141">
                  <a:extLst>
                    <a:ext uri="{FF2B5EF4-FFF2-40B4-BE49-F238E27FC236}">
                      <a16:creationId xmlns:a16="http://schemas.microsoft.com/office/drawing/2014/main" id="{CC422D8F-3988-784B-BEBA-5F1200A73E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</p:grpSp>
        <p:sp>
          <p:nvSpPr>
            <p:cNvPr id="212330" name="Oval 417">
              <a:extLst>
                <a:ext uri="{FF2B5EF4-FFF2-40B4-BE49-F238E27FC236}">
                  <a16:creationId xmlns:a16="http://schemas.microsoft.com/office/drawing/2014/main" id="{F3EB77C2-B4A7-E04E-86B3-4302FFACE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600" y="4165600"/>
              <a:ext cx="3086100" cy="1168400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12331" name="Group 133">
              <a:extLst>
                <a:ext uri="{FF2B5EF4-FFF2-40B4-BE49-F238E27FC236}">
                  <a16:creationId xmlns:a16="http://schemas.microsoft.com/office/drawing/2014/main" id="{E7351890-CEBA-A646-89FA-AF22BBF32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2272" y="4264503"/>
              <a:ext cx="513732" cy="157430"/>
              <a:chOff x="2356" y="1300"/>
              <a:chExt cx="555" cy="194"/>
            </a:xfrm>
          </p:grpSpPr>
          <p:sp>
            <p:nvSpPr>
              <p:cNvPr id="212434" name="Oval 492">
                <a:extLst>
                  <a:ext uri="{FF2B5EF4-FFF2-40B4-BE49-F238E27FC236}">
                    <a16:creationId xmlns:a16="http://schemas.microsoft.com/office/drawing/2014/main" id="{EEBD2308-D2A0-AC49-9242-53715D186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35" name="Rectangle 410">
                <a:extLst>
                  <a:ext uri="{FF2B5EF4-FFF2-40B4-BE49-F238E27FC236}">
                    <a16:creationId xmlns:a16="http://schemas.microsoft.com/office/drawing/2014/main" id="{532FA6EB-1ED3-8B41-9477-C8FD35FEE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36" name="Oval 411">
                <a:extLst>
                  <a:ext uri="{FF2B5EF4-FFF2-40B4-BE49-F238E27FC236}">
                    <a16:creationId xmlns:a16="http://schemas.microsoft.com/office/drawing/2014/main" id="{7B459852-FD3F-344F-B1D8-5499EFA31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37" name="Group 137">
                <a:extLst>
                  <a:ext uri="{FF2B5EF4-FFF2-40B4-BE49-F238E27FC236}">
                    <a16:creationId xmlns:a16="http://schemas.microsoft.com/office/drawing/2014/main" id="{ED6A6714-077A-F745-B1C2-F48388EAF9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40" name="Freeform 138">
                  <a:extLst>
                    <a:ext uri="{FF2B5EF4-FFF2-40B4-BE49-F238E27FC236}">
                      <a16:creationId xmlns:a16="http://schemas.microsoft.com/office/drawing/2014/main" id="{FC08ABC9-D715-6C4C-B404-5FAE1905BD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41" name="Freeform 139">
                  <a:extLst>
                    <a:ext uri="{FF2B5EF4-FFF2-40B4-BE49-F238E27FC236}">
                      <a16:creationId xmlns:a16="http://schemas.microsoft.com/office/drawing/2014/main" id="{67601DD4-804A-B34E-BDC9-E672FC8A4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38" name="Line 140">
                <a:extLst>
                  <a:ext uri="{FF2B5EF4-FFF2-40B4-BE49-F238E27FC236}">
                    <a16:creationId xmlns:a16="http://schemas.microsoft.com/office/drawing/2014/main" id="{41294936-6401-5640-9DE5-9B9F307CD1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39" name="Line 141">
                <a:extLst>
                  <a:ext uri="{FF2B5EF4-FFF2-40B4-BE49-F238E27FC236}">
                    <a16:creationId xmlns:a16="http://schemas.microsoft.com/office/drawing/2014/main" id="{FAB6011B-18DC-7041-93B1-5B583D1FF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cxnSp>
          <p:nvCxnSpPr>
            <p:cNvPr id="212332" name="Straight Connector 419">
              <a:extLst>
                <a:ext uri="{FF2B5EF4-FFF2-40B4-BE49-F238E27FC236}">
                  <a16:creationId xmlns:a16="http://schemas.microsoft.com/office/drawing/2014/main" id="{092470B9-25E6-754D-8107-D52A201D7C5C}"/>
                </a:ext>
              </a:extLst>
            </p:cNvPr>
            <p:cNvCxnSpPr>
              <a:cxnSpLocks noChangeShapeType="1"/>
              <a:stCxn id="212439" idx="0"/>
            </p:cNvCxnSpPr>
            <p:nvPr/>
          </p:nvCxnSpPr>
          <p:spPr bwMode="auto">
            <a:xfrm>
              <a:off x="2662301" y="4315627"/>
              <a:ext cx="940542" cy="11630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3" name="Straight Connector 420">
              <a:extLst>
                <a:ext uri="{FF2B5EF4-FFF2-40B4-BE49-F238E27FC236}">
                  <a16:creationId xmlns:a16="http://schemas.microsoft.com/office/drawing/2014/main" id="{1D46469C-FF4A-124C-9333-1C53B88741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12420" y="4624312"/>
              <a:ext cx="116433" cy="710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4" name="Straight Connector 421">
              <a:extLst>
                <a:ext uri="{FF2B5EF4-FFF2-40B4-BE49-F238E27FC236}">
                  <a16:creationId xmlns:a16="http://schemas.microsoft.com/office/drawing/2014/main" id="{DD95A713-4EED-B644-8C9C-300479A1AF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20421" y="4797923"/>
              <a:ext cx="234667" cy="3886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5" name="Straight Connector 422">
              <a:extLst>
                <a:ext uri="{FF2B5EF4-FFF2-40B4-BE49-F238E27FC236}">
                  <a16:creationId xmlns:a16="http://schemas.microsoft.com/office/drawing/2014/main" id="{9FD77C7D-708D-3B42-A3AD-E02039445C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36021" y="4648552"/>
              <a:ext cx="185893" cy="933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6" name="Straight Connector 423">
              <a:extLst>
                <a:ext uri="{FF2B5EF4-FFF2-40B4-BE49-F238E27FC236}">
                  <a16:creationId xmlns:a16="http://schemas.microsoft.com/office/drawing/2014/main" id="{B22933AE-4816-BF44-845B-6E3CC3BA11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48386" y="4902261"/>
              <a:ext cx="185893" cy="933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7" name="Straight Connector 424">
              <a:extLst>
                <a:ext uri="{FF2B5EF4-FFF2-40B4-BE49-F238E27FC236}">
                  <a16:creationId xmlns:a16="http://schemas.microsoft.com/office/drawing/2014/main" id="{BDBAB80A-A0DD-C949-AD2F-A30A123B17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127556" y="4839861"/>
              <a:ext cx="243934" cy="21546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8" name="Straight Connector 425">
              <a:extLst>
                <a:ext uri="{FF2B5EF4-FFF2-40B4-BE49-F238E27FC236}">
                  <a16:creationId xmlns:a16="http://schemas.microsoft.com/office/drawing/2014/main" id="{E14B2FE8-04B9-424A-BCE8-28E93F1095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01475" y="4827802"/>
              <a:ext cx="342282" cy="1059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9" name="Straight Connector 426">
              <a:extLst>
                <a:ext uri="{FF2B5EF4-FFF2-40B4-BE49-F238E27FC236}">
                  <a16:creationId xmlns:a16="http://schemas.microsoft.com/office/drawing/2014/main" id="{34E7F923-3A06-0F4D-9346-BAD76B407F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587812" y="4532358"/>
              <a:ext cx="273243" cy="16667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40" name="Straight Connector 427">
              <a:extLst>
                <a:ext uri="{FF2B5EF4-FFF2-40B4-BE49-F238E27FC236}">
                  <a16:creationId xmlns:a16="http://schemas.microsoft.com/office/drawing/2014/main" id="{BB80891E-C3E0-3D4D-BA0B-513467907B5F}"/>
                </a:ext>
              </a:extLst>
            </p:cNvPr>
            <p:cNvCxnSpPr>
              <a:cxnSpLocks noChangeShapeType="1"/>
              <a:endCxn id="212434" idx="4"/>
            </p:cNvCxnSpPr>
            <p:nvPr/>
          </p:nvCxnSpPr>
          <p:spPr bwMode="auto">
            <a:xfrm flipH="1" flipV="1">
              <a:off x="2408213" y="4421934"/>
              <a:ext cx="396306" cy="7426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2341" name="Group 133">
              <a:extLst>
                <a:ext uri="{FF2B5EF4-FFF2-40B4-BE49-F238E27FC236}">
                  <a16:creationId xmlns:a16="http://schemas.microsoft.com/office/drawing/2014/main" id="{3C9B9C79-44AB-9845-B93F-243C03D2B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4256" y="4681760"/>
              <a:ext cx="513732" cy="157430"/>
              <a:chOff x="2356" y="1300"/>
              <a:chExt cx="555" cy="194"/>
            </a:xfrm>
          </p:grpSpPr>
          <p:sp>
            <p:nvSpPr>
              <p:cNvPr id="212426" name="Oval 407">
                <a:extLst>
                  <a:ext uri="{FF2B5EF4-FFF2-40B4-BE49-F238E27FC236}">
                    <a16:creationId xmlns:a16="http://schemas.microsoft.com/office/drawing/2014/main" id="{5B9F3A69-ABCA-854D-9577-C62049D3F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27" name="Rectangle 410">
                <a:extLst>
                  <a:ext uri="{FF2B5EF4-FFF2-40B4-BE49-F238E27FC236}">
                    <a16:creationId xmlns:a16="http://schemas.microsoft.com/office/drawing/2014/main" id="{2639C9AF-BEE6-1E42-B232-4DD8FD712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28" name="Oval 411">
                <a:extLst>
                  <a:ext uri="{FF2B5EF4-FFF2-40B4-BE49-F238E27FC236}">
                    <a16:creationId xmlns:a16="http://schemas.microsoft.com/office/drawing/2014/main" id="{28499526-DF01-DB46-85E7-6C99CE6E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29" name="Group 137">
                <a:extLst>
                  <a:ext uri="{FF2B5EF4-FFF2-40B4-BE49-F238E27FC236}">
                    <a16:creationId xmlns:a16="http://schemas.microsoft.com/office/drawing/2014/main" id="{40CB12FB-1915-6846-9842-91B6EE7C0A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32" name="Freeform 138">
                  <a:extLst>
                    <a:ext uri="{FF2B5EF4-FFF2-40B4-BE49-F238E27FC236}">
                      <a16:creationId xmlns:a16="http://schemas.microsoft.com/office/drawing/2014/main" id="{847CB771-DA3E-AC42-B8DF-A1BF5BDEC0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33" name="Freeform 139">
                  <a:extLst>
                    <a:ext uri="{FF2B5EF4-FFF2-40B4-BE49-F238E27FC236}">
                      <a16:creationId xmlns:a16="http://schemas.microsoft.com/office/drawing/2014/main" id="{E3E08C2B-917B-D346-AA4E-B5EBC713C3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30" name="Line 140">
                <a:extLst>
                  <a:ext uri="{FF2B5EF4-FFF2-40B4-BE49-F238E27FC236}">
                    <a16:creationId xmlns:a16="http://schemas.microsoft.com/office/drawing/2014/main" id="{99A7E912-C929-E946-B023-45C8446B1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31" name="Line 141">
                <a:extLst>
                  <a:ext uri="{FF2B5EF4-FFF2-40B4-BE49-F238E27FC236}">
                    <a16:creationId xmlns:a16="http://schemas.microsoft.com/office/drawing/2014/main" id="{832EA990-9C84-BB4E-879A-E24BB2127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2" name="Group 133">
              <a:extLst>
                <a:ext uri="{FF2B5EF4-FFF2-40B4-BE49-F238E27FC236}">
                  <a16:creationId xmlns:a16="http://schemas.microsoft.com/office/drawing/2014/main" id="{1FD19532-3C6A-6944-B7A0-491DBB859B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9607" y="4745634"/>
              <a:ext cx="513732" cy="157430"/>
              <a:chOff x="2356" y="1300"/>
              <a:chExt cx="555" cy="194"/>
            </a:xfrm>
          </p:grpSpPr>
          <p:sp>
            <p:nvSpPr>
              <p:cNvPr id="212418" name="Oval 407">
                <a:extLst>
                  <a:ext uri="{FF2B5EF4-FFF2-40B4-BE49-F238E27FC236}">
                    <a16:creationId xmlns:a16="http://schemas.microsoft.com/office/drawing/2014/main" id="{EF59029F-35B4-5849-B931-B02AC2AB1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19" name="Rectangle 410">
                <a:extLst>
                  <a:ext uri="{FF2B5EF4-FFF2-40B4-BE49-F238E27FC236}">
                    <a16:creationId xmlns:a16="http://schemas.microsoft.com/office/drawing/2014/main" id="{08EBCE26-9B87-5E46-B45E-E25C0C68F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20" name="Oval 411">
                <a:extLst>
                  <a:ext uri="{FF2B5EF4-FFF2-40B4-BE49-F238E27FC236}">
                    <a16:creationId xmlns:a16="http://schemas.microsoft.com/office/drawing/2014/main" id="{0F10270F-362A-6542-AE2B-5ADF00F2B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21" name="Group 137">
                <a:extLst>
                  <a:ext uri="{FF2B5EF4-FFF2-40B4-BE49-F238E27FC236}">
                    <a16:creationId xmlns:a16="http://schemas.microsoft.com/office/drawing/2014/main" id="{B2B95FB2-765D-8E40-8C40-F185E5E13D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24" name="Freeform 138">
                  <a:extLst>
                    <a:ext uri="{FF2B5EF4-FFF2-40B4-BE49-F238E27FC236}">
                      <a16:creationId xmlns:a16="http://schemas.microsoft.com/office/drawing/2014/main" id="{CE942ADE-85A2-6D40-8786-3982111C0C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25" name="Freeform 139">
                  <a:extLst>
                    <a:ext uri="{FF2B5EF4-FFF2-40B4-BE49-F238E27FC236}">
                      <a16:creationId xmlns:a16="http://schemas.microsoft.com/office/drawing/2014/main" id="{4709E040-8779-E148-8461-4E6DD6FF31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22" name="Line 140">
                <a:extLst>
                  <a:ext uri="{FF2B5EF4-FFF2-40B4-BE49-F238E27FC236}">
                    <a16:creationId xmlns:a16="http://schemas.microsoft.com/office/drawing/2014/main" id="{2EC5C348-D5F7-E848-916C-C461A6C48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23" name="Line 141">
                <a:extLst>
                  <a:ext uri="{FF2B5EF4-FFF2-40B4-BE49-F238E27FC236}">
                    <a16:creationId xmlns:a16="http://schemas.microsoft.com/office/drawing/2014/main" id="{53C8DA15-629E-8D47-9DC4-63C6A069C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3" name="Group 133">
              <a:extLst>
                <a:ext uri="{FF2B5EF4-FFF2-40B4-BE49-F238E27FC236}">
                  <a16:creationId xmlns:a16="http://schemas.microsoft.com/office/drawing/2014/main" id="{765B90C5-892F-0246-B0AA-9171237C36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7612" y="4492209"/>
              <a:ext cx="513732" cy="157430"/>
              <a:chOff x="2356" y="1300"/>
              <a:chExt cx="555" cy="194"/>
            </a:xfrm>
          </p:grpSpPr>
          <p:sp>
            <p:nvSpPr>
              <p:cNvPr id="212410" name="Oval 407">
                <a:extLst>
                  <a:ext uri="{FF2B5EF4-FFF2-40B4-BE49-F238E27FC236}">
                    <a16:creationId xmlns:a16="http://schemas.microsoft.com/office/drawing/2014/main" id="{8450505A-D0E4-334D-A6D2-E56B9DCE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11" name="Rectangle 410">
                <a:extLst>
                  <a:ext uri="{FF2B5EF4-FFF2-40B4-BE49-F238E27FC236}">
                    <a16:creationId xmlns:a16="http://schemas.microsoft.com/office/drawing/2014/main" id="{ACCBA3C4-5E92-5D42-822C-E712FCFC3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12" name="Oval 411">
                <a:extLst>
                  <a:ext uri="{FF2B5EF4-FFF2-40B4-BE49-F238E27FC236}">
                    <a16:creationId xmlns:a16="http://schemas.microsoft.com/office/drawing/2014/main" id="{A3386F0E-8B2D-5841-A6BD-B8C379AA9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13" name="Group 137">
                <a:extLst>
                  <a:ext uri="{FF2B5EF4-FFF2-40B4-BE49-F238E27FC236}">
                    <a16:creationId xmlns:a16="http://schemas.microsoft.com/office/drawing/2014/main" id="{26F2B019-E293-DC4E-9699-082AD56AFB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16" name="Freeform 138">
                  <a:extLst>
                    <a:ext uri="{FF2B5EF4-FFF2-40B4-BE49-F238E27FC236}">
                      <a16:creationId xmlns:a16="http://schemas.microsoft.com/office/drawing/2014/main" id="{DB730DFB-10CF-834A-8A1F-8D99EAB4C9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17" name="Freeform 139">
                  <a:extLst>
                    <a:ext uri="{FF2B5EF4-FFF2-40B4-BE49-F238E27FC236}">
                      <a16:creationId xmlns:a16="http://schemas.microsoft.com/office/drawing/2014/main" id="{294C6390-D20F-8D4E-92C7-D8D0368A0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14" name="Line 140">
                <a:extLst>
                  <a:ext uri="{FF2B5EF4-FFF2-40B4-BE49-F238E27FC236}">
                    <a16:creationId xmlns:a16="http://schemas.microsoft.com/office/drawing/2014/main" id="{0CC4C051-92D9-0C4A-BA08-6AA3F7B6C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15" name="Line 141">
                <a:extLst>
                  <a:ext uri="{FF2B5EF4-FFF2-40B4-BE49-F238E27FC236}">
                    <a16:creationId xmlns:a16="http://schemas.microsoft.com/office/drawing/2014/main" id="{DADFDC5E-543D-1A4F-9535-A63BAF4AD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4" name="Group 133">
              <a:extLst>
                <a:ext uri="{FF2B5EF4-FFF2-40B4-BE49-F238E27FC236}">
                  <a16:creationId xmlns:a16="http://schemas.microsoft.com/office/drawing/2014/main" id="{AC489919-23DC-A74F-BC5E-03B0780A3D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8257" y="4374518"/>
              <a:ext cx="513732" cy="157430"/>
              <a:chOff x="2356" y="1300"/>
              <a:chExt cx="555" cy="194"/>
            </a:xfrm>
          </p:grpSpPr>
          <p:sp>
            <p:nvSpPr>
              <p:cNvPr id="212402" name="Oval 407">
                <a:extLst>
                  <a:ext uri="{FF2B5EF4-FFF2-40B4-BE49-F238E27FC236}">
                    <a16:creationId xmlns:a16="http://schemas.microsoft.com/office/drawing/2014/main" id="{8F62846A-7ED3-0D41-893C-AA8ABCCEC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03" name="Rectangle 410">
                <a:extLst>
                  <a:ext uri="{FF2B5EF4-FFF2-40B4-BE49-F238E27FC236}">
                    <a16:creationId xmlns:a16="http://schemas.microsoft.com/office/drawing/2014/main" id="{1A61DF7E-4CE5-2E4D-87F9-D1A9222CA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04" name="Oval 411">
                <a:extLst>
                  <a:ext uri="{FF2B5EF4-FFF2-40B4-BE49-F238E27FC236}">
                    <a16:creationId xmlns:a16="http://schemas.microsoft.com/office/drawing/2014/main" id="{AF3C5BB6-1980-E74F-937E-401D386C5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05" name="Group 137">
                <a:extLst>
                  <a:ext uri="{FF2B5EF4-FFF2-40B4-BE49-F238E27FC236}">
                    <a16:creationId xmlns:a16="http://schemas.microsoft.com/office/drawing/2014/main" id="{E7951780-FF12-1D42-AE17-FA840E6A5C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08" name="Freeform 138">
                  <a:extLst>
                    <a:ext uri="{FF2B5EF4-FFF2-40B4-BE49-F238E27FC236}">
                      <a16:creationId xmlns:a16="http://schemas.microsoft.com/office/drawing/2014/main" id="{C3EB81B5-31D1-674A-8C3D-F4835472A8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09" name="Freeform 139">
                  <a:extLst>
                    <a:ext uri="{FF2B5EF4-FFF2-40B4-BE49-F238E27FC236}">
                      <a16:creationId xmlns:a16="http://schemas.microsoft.com/office/drawing/2014/main" id="{AFA1D2D9-AC22-6C46-9804-C3A0F02216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06" name="Line 140">
                <a:extLst>
                  <a:ext uri="{FF2B5EF4-FFF2-40B4-BE49-F238E27FC236}">
                    <a16:creationId xmlns:a16="http://schemas.microsoft.com/office/drawing/2014/main" id="{3BE3CB23-B550-B24A-961B-B7696B265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07" name="Line 141">
                <a:extLst>
                  <a:ext uri="{FF2B5EF4-FFF2-40B4-BE49-F238E27FC236}">
                    <a16:creationId xmlns:a16="http://schemas.microsoft.com/office/drawing/2014/main" id="{056EB8FE-8CB2-3D4C-A84C-9CF5FF1D0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5" name="Group 133">
              <a:extLst>
                <a:ext uri="{FF2B5EF4-FFF2-40B4-BE49-F238E27FC236}">
                  <a16:creationId xmlns:a16="http://schemas.microsoft.com/office/drawing/2014/main" id="{9708FB44-81F0-8F46-A168-91749747E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7517" y="4879602"/>
              <a:ext cx="513732" cy="157430"/>
              <a:chOff x="2356" y="1300"/>
              <a:chExt cx="555" cy="194"/>
            </a:xfrm>
          </p:grpSpPr>
          <p:sp>
            <p:nvSpPr>
              <p:cNvPr id="212394" name="Oval 407">
                <a:extLst>
                  <a:ext uri="{FF2B5EF4-FFF2-40B4-BE49-F238E27FC236}">
                    <a16:creationId xmlns:a16="http://schemas.microsoft.com/office/drawing/2014/main" id="{2F33FFD2-A75D-DD42-873F-D60991883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95" name="Rectangle 410">
                <a:extLst>
                  <a:ext uri="{FF2B5EF4-FFF2-40B4-BE49-F238E27FC236}">
                    <a16:creationId xmlns:a16="http://schemas.microsoft.com/office/drawing/2014/main" id="{C19BA767-E55C-584A-A7CA-8D0E63010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96" name="Oval 411">
                <a:extLst>
                  <a:ext uri="{FF2B5EF4-FFF2-40B4-BE49-F238E27FC236}">
                    <a16:creationId xmlns:a16="http://schemas.microsoft.com/office/drawing/2014/main" id="{0AA72197-3A39-014C-AEC8-CA58E95EC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397" name="Group 137">
                <a:extLst>
                  <a:ext uri="{FF2B5EF4-FFF2-40B4-BE49-F238E27FC236}">
                    <a16:creationId xmlns:a16="http://schemas.microsoft.com/office/drawing/2014/main" id="{6C0714E0-0094-2940-B423-9E87F53FA0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00" name="Freeform 138">
                  <a:extLst>
                    <a:ext uri="{FF2B5EF4-FFF2-40B4-BE49-F238E27FC236}">
                      <a16:creationId xmlns:a16="http://schemas.microsoft.com/office/drawing/2014/main" id="{1DEC0890-CFB3-D142-BDBA-01853CAC8B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01" name="Freeform 139">
                  <a:extLst>
                    <a:ext uri="{FF2B5EF4-FFF2-40B4-BE49-F238E27FC236}">
                      <a16:creationId xmlns:a16="http://schemas.microsoft.com/office/drawing/2014/main" id="{55989B49-AAF6-3949-BAD4-D234242AC8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398" name="Line 140">
                <a:extLst>
                  <a:ext uri="{FF2B5EF4-FFF2-40B4-BE49-F238E27FC236}">
                    <a16:creationId xmlns:a16="http://schemas.microsoft.com/office/drawing/2014/main" id="{1C513002-E3FB-3243-8B2D-E2410BA08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99" name="Line 141">
                <a:extLst>
                  <a:ext uri="{FF2B5EF4-FFF2-40B4-BE49-F238E27FC236}">
                    <a16:creationId xmlns:a16="http://schemas.microsoft.com/office/drawing/2014/main" id="{667FCE78-4768-944A-AC97-0F371A72C3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6" name="Group 133">
              <a:extLst>
                <a:ext uri="{FF2B5EF4-FFF2-40B4-BE49-F238E27FC236}">
                  <a16:creationId xmlns:a16="http://schemas.microsoft.com/office/drawing/2014/main" id="{BAC969A7-FBF2-7E4A-83B2-CEC18BF316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7730" y="5041361"/>
              <a:ext cx="513732" cy="157430"/>
              <a:chOff x="2356" y="1300"/>
              <a:chExt cx="555" cy="194"/>
            </a:xfrm>
          </p:grpSpPr>
          <p:sp>
            <p:nvSpPr>
              <p:cNvPr id="212386" name="Oval 407">
                <a:extLst>
                  <a:ext uri="{FF2B5EF4-FFF2-40B4-BE49-F238E27FC236}">
                    <a16:creationId xmlns:a16="http://schemas.microsoft.com/office/drawing/2014/main" id="{F9C686C5-20E3-4D4C-9476-74BB5092C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87" name="Rectangle 410">
                <a:extLst>
                  <a:ext uri="{FF2B5EF4-FFF2-40B4-BE49-F238E27FC236}">
                    <a16:creationId xmlns:a16="http://schemas.microsoft.com/office/drawing/2014/main" id="{303650D4-5E03-4C4E-A363-372D37C53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88" name="Oval 411">
                <a:extLst>
                  <a:ext uri="{FF2B5EF4-FFF2-40B4-BE49-F238E27FC236}">
                    <a16:creationId xmlns:a16="http://schemas.microsoft.com/office/drawing/2014/main" id="{C3921D9A-BB10-C74A-9C49-2E9FFB4B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389" name="Group 137">
                <a:extLst>
                  <a:ext uri="{FF2B5EF4-FFF2-40B4-BE49-F238E27FC236}">
                    <a16:creationId xmlns:a16="http://schemas.microsoft.com/office/drawing/2014/main" id="{1368B42A-E1D4-4E41-A535-6A0F08ED5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392" name="Freeform 138">
                  <a:extLst>
                    <a:ext uri="{FF2B5EF4-FFF2-40B4-BE49-F238E27FC236}">
                      <a16:creationId xmlns:a16="http://schemas.microsoft.com/office/drawing/2014/main" id="{DC2B0CDE-E5F3-8B4D-AEBE-6210B39491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393" name="Freeform 139">
                  <a:extLst>
                    <a:ext uri="{FF2B5EF4-FFF2-40B4-BE49-F238E27FC236}">
                      <a16:creationId xmlns:a16="http://schemas.microsoft.com/office/drawing/2014/main" id="{AE410816-FCD6-7E45-A8F5-619164B609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390" name="Line 140">
                <a:extLst>
                  <a:ext uri="{FF2B5EF4-FFF2-40B4-BE49-F238E27FC236}">
                    <a16:creationId xmlns:a16="http://schemas.microsoft.com/office/drawing/2014/main" id="{97701F79-D645-3040-823B-E562904B57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91" name="Line 141">
                <a:extLst>
                  <a:ext uri="{FF2B5EF4-FFF2-40B4-BE49-F238E27FC236}">
                    <a16:creationId xmlns:a16="http://schemas.microsoft.com/office/drawing/2014/main" id="{C2C3393C-A20E-2546-BA69-6E66D108E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7" name="Group 133">
              <a:extLst>
                <a:ext uri="{FF2B5EF4-FFF2-40B4-BE49-F238E27FC236}">
                  <a16:creationId xmlns:a16="http://schemas.microsoft.com/office/drawing/2014/main" id="{52520BE8-E097-9D4A-90EB-4DB743A57D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6981" y="4995528"/>
              <a:ext cx="513732" cy="157430"/>
              <a:chOff x="2356" y="1300"/>
              <a:chExt cx="555" cy="194"/>
            </a:xfrm>
          </p:grpSpPr>
          <p:sp>
            <p:nvSpPr>
              <p:cNvPr id="212378" name="Oval 407">
                <a:extLst>
                  <a:ext uri="{FF2B5EF4-FFF2-40B4-BE49-F238E27FC236}">
                    <a16:creationId xmlns:a16="http://schemas.microsoft.com/office/drawing/2014/main" id="{17851E51-11FE-E54F-9828-F63F52408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79" name="Rectangle 410">
                <a:extLst>
                  <a:ext uri="{FF2B5EF4-FFF2-40B4-BE49-F238E27FC236}">
                    <a16:creationId xmlns:a16="http://schemas.microsoft.com/office/drawing/2014/main" id="{652E2E03-B9B4-8844-A236-4B0AE6464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80" name="Oval 411">
                <a:extLst>
                  <a:ext uri="{FF2B5EF4-FFF2-40B4-BE49-F238E27FC236}">
                    <a16:creationId xmlns:a16="http://schemas.microsoft.com/office/drawing/2014/main" id="{7B869092-152F-8849-94DF-C2E8EEB81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381" name="Group 137">
                <a:extLst>
                  <a:ext uri="{FF2B5EF4-FFF2-40B4-BE49-F238E27FC236}">
                    <a16:creationId xmlns:a16="http://schemas.microsoft.com/office/drawing/2014/main" id="{D7AB1565-C144-CF40-923D-62CBCCEB80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384" name="Freeform 138">
                  <a:extLst>
                    <a:ext uri="{FF2B5EF4-FFF2-40B4-BE49-F238E27FC236}">
                      <a16:creationId xmlns:a16="http://schemas.microsoft.com/office/drawing/2014/main" id="{79DCBDC9-25CB-D04A-B18F-49C0271ECB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385" name="Freeform 139">
                  <a:extLst>
                    <a:ext uri="{FF2B5EF4-FFF2-40B4-BE49-F238E27FC236}">
                      <a16:creationId xmlns:a16="http://schemas.microsoft.com/office/drawing/2014/main" id="{EE1506B3-91A9-8545-BF42-773A7261D0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382" name="Line 140">
                <a:extLst>
                  <a:ext uri="{FF2B5EF4-FFF2-40B4-BE49-F238E27FC236}">
                    <a16:creationId xmlns:a16="http://schemas.microsoft.com/office/drawing/2014/main" id="{6D758495-4525-1840-9108-433D7676F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83" name="Line 141">
                <a:extLst>
                  <a:ext uri="{FF2B5EF4-FFF2-40B4-BE49-F238E27FC236}">
                    <a16:creationId xmlns:a16="http://schemas.microsoft.com/office/drawing/2014/main" id="{F9EE4465-F2B1-6849-A118-0B1C30F33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cxnSp>
          <p:nvCxnSpPr>
            <p:cNvPr id="212348" name="Straight Connector 12">
              <a:extLst>
                <a:ext uri="{FF2B5EF4-FFF2-40B4-BE49-F238E27FC236}">
                  <a16:creationId xmlns:a16="http://schemas.microsoft.com/office/drawing/2014/main" id="{B6714E0E-0D31-C84D-8D9E-9FCB38926A94}"/>
                </a:ext>
              </a:extLst>
            </p:cNvPr>
            <p:cNvCxnSpPr>
              <a:cxnSpLocks noChangeShapeType="1"/>
              <a:endCxn id="212518" idx="1"/>
            </p:cNvCxnSpPr>
            <p:nvPr/>
          </p:nvCxnSpPr>
          <p:spPr bwMode="auto">
            <a:xfrm>
              <a:off x="2382838" y="2609850"/>
              <a:ext cx="238125" cy="2619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49" name="Straight Connector 500">
              <a:extLst>
                <a:ext uri="{FF2B5EF4-FFF2-40B4-BE49-F238E27FC236}">
                  <a16:creationId xmlns:a16="http://schemas.microsoft.com/office/drawing/2014/main" id="{8155903A-B103-D14E-8CCC-1DFA8FB2545E}"/>
                </a:ext>
              </a:extLst>
            </p:cNvPr>
            <p:cNvCxnSpPr>
              <a:cxnSpLocks noChangeShapeType="1"/>
              <a:stCxn id="212314" idx="8"/>
              <a:endCxn id="212375" idx="2"/>
            </p:cNvCxnSpPr>
            <p:nvPr/>
          </p:nvCxnSpPr>
          <p:spPr bwMode="auto">
            <a:xfrm>
              <a:off x="1455738" y="2990850"/>
              <a:ext cx="38100" cy="30956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0" name="Straight Connector 501">
              <a:extLst>
                <a:ext uri="{FF2B5EF4-FFF2-40B4-BE49-F238E27FC236}">
                  <a16:creationId xmlns:a16="http://schemas.microsoft.com/office/drawing/2014/main" id="{7AC7E695-EA07-3046-99DC-F8FD9D67454A}"/>
                </a:ext>
              </a:extLst>
            </p:cNvPr>
            <p:cNvCxnSpPr>
              <a:cxnSpLocks noChangeShapeType="1"/>
              <a:endCxn id="212375" idx="3"/>
            </p:cNvCxnSpPr>
            <p:nvPr/>
          </p:nvCxnSpPr>
          <p:spPr bwMode="auto">
            <a:xfrm>
              <a:off x="1235075" y="3271838"/>
              <a:ext cx="123825" cy="21272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1" name="Straight Connector 502">
              <a:extLst>
                <a:ext uri="{FF2B5EF4-FFF2-40B4-BE49-F238E27FC236}">
                  <a16:creationId xmlns:a16="http://schemas.microsoft.com/office/drawing/2014/main" id="{FBEF241B-F253-EF47-B879-F39C832F0097}"/>
                </a:ext>
              </a:extLst>
            </p:cNvPr>
            <p:cNvCxnSpPr>
              <a:cxnSpLocks noChangeShapeType="1"/>
              <a:endCxn id="212486" idx="1"/>
            </p:cNvCxnSpPr>
            <p:nvPr/>
          </p:nvCxnSpPr>
          <p:spPr bwMode="auto">
            <a:xfrm>
              <a:off x="3916363" y="2411413"/>
              <a:ext cx="307975" cy="57308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2" name="Straight Connector 503">
              <a:extLst>
                <a:ext uri="{FF2B5EF4-FFF2-40B4-BE49-F238E27FC236}">
                  <a16:creationId xmlns:a16="http://schemas.microsoft.com/office/drawing/2014/main" id="{0A2E296A-C992-6B43-B5B6-1F149E2F6438}"/>
                </a:ext>
              </a:extLst>
            </p:cNvPr>
            <p:cNvCxnSpPr>
              <a:cxnSpLocks noChangeShapeType="1"/>
              <a:endCxn id="212486" idx="0"/>
            </p:cNvCxnSpPr>
            <p:nvPr/>
          </p:nvCxnSpPr>
          <p:spPr bwMode="auto">
            <a:xfrm flipH="1">
              <a:off x="4425950" y="2389188"/>
              <a:ext cx="384175" cy="57943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3" name="Straight Connector 504">
              <a:extLst>
                <a:ext uri="{FF2B5EF4-FFF2-40B4-BE49-F238E27FC236}">
                  <a16:creationId xmlns:a16="http://schemas.microsoft.com/office/drawing/2014/main" id="{0BB8E01C-35B8-5443-AA35-94FD0ED7D221}"/>
                </a:ext>
              </a:extLst>
            </p:cNvPr>
            <p:cNvCxnSpPr>
              <a:cxnSpLocks noChangeShapeType="1"/>
              <a:endCxn id="212568" idx="0"/>
            </p:cNvCxnSpPr>
            <p:nvPr/>
          </p:nvCxnSpPr>
          <p:spPr bwMode="auto">
            <a:xfrm>
              <a:off x="6770688" y="2900363"/>
              <a:ext cx="215900" cy="10461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4" name="Straight Connector 505">
              <a:extLst>
                <a:ext uri="{FF2B5EF4-FFF2-40B4-BE49-F238E27FC236}">
                  <a16:creationId xmlns:a16="http://schemas.microsoft.com/office/drawing/2014/main" id="{3F481430-2BCB-0248-A5BC-932728EDBE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37400" y="3251200"/>
              <a:ext cx="241300" cy="6921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5" name="Straight Connector 506">
              <a:extLst>
                <a:ext uri="{FF2B5EF4-FFF2-40B4-BE49-F238E27FC236}">
                  <a16:creationId xmlns:a16="http://schemas.microsoft.com/office/drawing/2014/main" id="{DCE29518-A483-9A4A-8A10-D89316C48683}"/>
                </a:ext>
              </a:extLst>
            </p:cNvPr>
            <p:cNvCxnSpPr>
              <a:cxnSpLocks noChangeShapeType="1"/>
              <a:stCxn id="212318" idx="4"/>
              <a:endCxn id="212563" idx="0"/>
            </p:cNvCxnSpPr>
            <p:nvPr/>
          </p:nvCxnSpPr>
          <p:spPr bwMode="auto">
            <a:xfrm flipH="1">
              <a:off x="7483475" y="4229100"/>
              <a:ext cx="541338" cy="2492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6" name="Straight Connector 507">
              <a:extLst>
                <a:ext uri="{FF2B5EF4-FFF2-40B4-BE49-F238E27FC236}">
                  <a16:creationId xmlns:a16="http://schemas.microsoft.com/office/drawing/2014/main" id="{062098A9-49C1-FC4F-BB79-741CE6EB84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454900" y="4573588"/>
              <a:ext cx="796925" cy="6143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7" name="Straight Connector 508">
              <a:extLst>
                <a:ext uri="{FF2B5EF4-FFF2-40B4-BE49-F238E27FC236}">
                  <a16:creationId xmlns:a16="http://schemas.microsoft.com/office/drawing/2014/main" id="{90054380-151A-B141-BDB3-3E4AA2C38869}"/>
                </a:ext>
              </a:extLst>
            </p:cNvPr>
            <p:cNvCxnSpPr>
              <a:cxnSpLocks noChangeShapeType="1"/>
              <a:endCxn id="212550" idx="5"/>
            </p:cNvCxnSpPr>
            <p:nvPr/>
          </p:nvCxnSpPr>
          <p:spPr bwMode="auto">
            <a:xfrm flipH="1" flipV="1">
              <a:off x="6496050" y="4722813"/>
              <a:ext cx="1047750" cy="96678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8" name="Straight Connector 509">
              <a:extLst>
                <a:ext uri="{FF2B5EF4-FFF2-40B4-BE49-F238E27FC236}">
                  <a16:creationId xmlns:a16="http://schemas.microsoft.com/office/drawing/2014/main" id="{21C0B679-0C15-6945-A3BB-B0ACE9DA5808}"/>
                </a:ext>
              </a:extLst>
            </p:cNvPr>
            <p:cNvCxnSpPr>
              <a:cxnSpLocks noChangeShapeType="1"/>
              <a:stCxn id="212319" idx="0"/>
              <a:endCxn id="212374" idx="5"/>
            </p:cNvCxnSpPr>
            <p:nvPr/>
          </p:nvCxnSpPr>
          <p:spPr bwMode="auto">
            <a:xfrm flipH="1" flipV="1">
              <a:off x="5084763" y="5684838"/>
              <a:ext cx="520700" cy="1698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9" name="Straight Connector 510">
              <a:extLst>
                <a:ext uri="{FF2B5EF4-FFF2-40B4-BE49-F238E27FC236}">
                  <a16:creationId xmlns:a16="http://schemas.microsoft.com/office/drawing/2014/main" id="{33131352-7320-7646-AD94-144B19056B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068763" y="5045075"/>
              <a:ext cx="371475" cy="9731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0" name="Straight Connector 511">
              <a:extLst>
                <a:ext uri="{FF2B5EF4-FFF2-40B4-BE49-F238E27FC236}">
                  <a16:creationId xmlns:a16="http://schemas.microsoft.com/office/drawing/2014/main" id="{519C1488-2E54-214C-8E4D-12B6C39EB8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89313" y="5689600"/>
              <a:ext cx="306387" cy="16510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1" name="Straight Connector 512">
              <a:extLst>
                <a:ext uri="{FF2B5EF4-FFF2-40B4-BE49-F238E27FC236}">
                  <a16:creationId xmlns:a16="http://schemas.microsoft.com/office/drawing/2014/main" id="{20D11DEC-F7C3-0641-8F5E-C7D41BE01B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790700" y="5160963"/>
              <a:ext cx="401638" cy="2095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2" name="Straight Connector 513">
              <a:extLst>
                <a:ext uri="{FF2B5EF4-FFF2-40B4-BE49-F238E27FC236}">
                  <a16:creationId xmlns:a16="http://schemas.microsoft.com/office/drawing/2014/main" id="{88CCB251-E7F3-D446-8226-8B6A817959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79513" y="4467225"/>
              <a:ext cx="227012" cy="28257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3" name="Straight Connector 514">
              <a:extLst>
                <a:ext uri="{FF2B5EF4-FFF2-40B4-BE49-F238E27FC236}">
                  <a16:creationId xmlns:a16="http://schemas.microsoft.com/office/drawing/2014/main" id="{8C9C682C-C537-0B4A-8C35-5EF72924B2CF}"/>
                </a:ext>
              </a:extLst>
            </p:cNvPr>
            <p:cNvCxnSpPr>
              <a:cxnSpLocks noChangeShapeType="1"/>
              <a:endCxn id="212375" idx="5"/>
            </p:cNvCxnSpPr>
            <p:nvPr/>
          </p:nvCxnSpPr>
          <p:spPr bwMode="auto">
            <a:xfrm flipV="1">
              <a:off x="1155700" y="4368800"/>
              <a:ext cx="203200" cy="79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64" name="Oval 14">
              <a:extLst>
                <a:ext uri="{FF2B5EF4-FFF2-40B4-BE49-F238E27FC236}">
                  <a16:creationId xmlns:a16="http://schemas.microsoft.com/office/drawing/2014/main" id="{12CB2B5E-74D5-1247-86F8-7D424C4BD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595" y="2896842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cxnSp>
          <p:nvCxnSpPr>
            <p:cNvPr id="212365" name="Straight Connector 18">
              <a:extLst>
                <a:ext uri="{FF2B5EF4-FFF2-40B4-BE49-F238E27FC236}">
                  <a16:creationId xmlns:a16="http://schemas.microsoft.com/office/drawing/2014/main" id="{C9A493C6-7E3B-8F4B-9C35-7487DBD21B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3288" y="3051291"/>
              <a:ext cx="964307" cy="2689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6" name="Straight Connector 516">
              <a:extLst>
                <a:ext uri="{FF2B5EF4-FFF2-40B4-BE49-F238E27FC236}">
                  <a16:creationId xmlns:a16="http://schemas.microsoft.com/office/drawing/2014/main" id="{EA165901-B4F4-9149-8D94-F5D1EF46D0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457" y="3169615"/>
              <a:ext cx="691556" cy="78484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7" name="Straight Connector 515">
              <a:extLst>
                <a:ext uri="{FF2B5EF4-FFF2-40B4-BE49-F238E27FC236}">
                  <a16:creationId xmlns:a16="http://schemas.microsoft.com/office/drawing/2014/main" id="{8F5D51C1-226C-6041-A49C-77285E66A8F2}"/>
                </a:ext>
              </a:extLst>
            </p:cNvPr>
            <p:cNvCxnSpPr>
              <a:cxnSpLocks noChangeShapeType="1"/>
              <a:stCxn id="212404" idx="0"/>
            </p:cNvCxnSpPr>
            <p:nvPr/>
          </p:nvCxnSpPr>
          <p:spPr bwMode="auto">
            <a:xfrm flipV="1">
              <a:off x="3832888" y="4233720"/>
              <a:ext cx="190494" cy="14143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68" name="Oval 521">
              <a:extLst>
                <a:ext uri="{FF2B5EF4-FFF2-40B4-BE49-F238E27FC236}">
                  <a16:creationId xmlns:a16="http://schemas.microsoft.com/office/drawing/2014/main" id="{A11BC0A9-92CD-6445-B4EA-5AB7ECED0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543" y="3959560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   </a:t>
              </a:r>
            </a:p>
          </p:txBody>
        </p:sp>
        <p:cxnSp>
          <p:nvCxnSpPr>
            <p:cNvPr id="212369" name="Straight Connector 519">
              <a:extLst>
                <a:ext uri="{FF2B5EF4-FFF2-40B4-BE49-F238E27FC236}">
                  <a16:creationId xmlns:a16="http://schemas.microsoft.com/office/drawing/2014/main" id="{0D76712C-6BAC-0F4F-83BA-864634AFEA71}"/>
                </a:ext>
              </a:extLst>
            </p:cNvPr>
            <p:cNvCxnSpPr>
              <a:cxnSpLocks noChangeShapeType="1"/>
              <a:stCxn id="212368" idx="6"/>
              <a:endCxn id="212602" idx="1"/>
            </p:cNvCxnSpPr>
            <p:nvPr/>
          </p:nvCxnSpPr>
          <p:spPr bwMode="auto">
            <a:xfrm flipV="1">
              <a:off x="4460773" y="3953940"/>
              <a:ext cx="770040" cy="15814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0" name="Straight Connector 520">
              <a:extLst>
                <a:ext uri="{FF2B5EF4-FFF2-40B4-BE49-F238E27FC236}">
                  <a16:creationId xmlns:a16="http://schemas.microsoft.com/office/drawing/2014/main" id="{BF1055A1-7731-DD4B-9C17-14D79C2BE2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525" y="3789363"/>
              <a:ext cx="342828" cy="20501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1" name="Straight Connector 7">
              <a:extLst>
                <a:ext uri="{FF2B5EF4-FFF2-40B4-BE49-F238E27FC236}">
                  <a16:creationId xmlns:a16="http://schemas.microsoft.com/office/drawing/2014/main" id="{DD44BBBA-67CC-324B-82FA-1F06761240E6}"/>
                </a:ext>
              </a:extLst>
            </p:cNvPr>
            <p:cNvCxnSpPr>
              <a:cxnSpLocks noChangeShapeType="1"/>
              <a:stCxn id="212476" idx="5"/>
              <a:endCxn id="212600" idx="1"/>
            </p:cNvCxnSpPr>
            <p:nvPr/>
          </p:nvCxnSpPr>
          <p:spPr bwMode="auto">
            <a:xfrm>
              <a:off x="4876727" y="3633788"/>
              <a:ext cx="431873" cy="22237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2" name="Straight Connector 415">
              <a:extLst>
                <a:ext uri="{FF2B5EF4-FFF2-40B4-BE49-F238E27FC236}">
                  <a16:creationId xmlns:a16="http://schemas.microsoft.com/office/drawing/2014/main" id="{E5879C3B-C51B-F044-AB12-0AC49119D6A9}"/>
                </a:ext>
              </a:extLst>
            </p:cNvPr>
            <p:cNvCxnSpPr>
              <a:cxnSpLocks noChangeShapeType="1"/>
              <a:endCxn id="212436" idx="0"/>
            </p:cNvCxnSpPr>
            <p:nvPr/>
          </p:nvCxnSpPr>
          <p:spPr bwMode="auto">
            <a:xfrm flipH="1">
              <a:off x="2406650" y="3753813"/>
              <a:ext cx="282556" cy="51109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3" name="Straight Connector 523">
              <a:extLst>
                <a:ext uri="{FF2B5EF4-FFF2-40B4-BE49-F238E27FC236}">
                  <a16:creationId xmlns:a16="http://schemas.microsoft.com/office/drawing/2014/main" id="{38228BDF-4479-0A49-B534-DBFBE9AC9F97}"/>
                </a:ext>
              </a:extLst>
            </p:cNvPr>
            <p:cNvCxnSpPr>
              <a:cxnSpLocks noChangeShapeType="1"/>
              <a:stCxn id="212399" idx="0"/>
            </p:cNvCxnSpPr>
            <p:nvPr/>
          </p:nvCxnSpPr>
          <p:spPr bwMode="auto">
            <a:xfrm flipV="1">
              <a:off x="4307761" y="4626483"/>
              <a:ext cx="844015" cy="30429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74" name="Oval 6">
              <a:extLst>
                <a:ext uri="{FF2B5EF4-FFF2-40B4-BE49-F238E27FC236}">
                  <a16:creationId xmlns:a16="http://schemas.microsoft.com/office/drawing/2014/main" id="{E8F4E564-B0C5-094F-B054-D95E2EB4D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0" y="5359400"/>
              <a:ext cx="2044700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75" name="Oval 517">
              <a:extLst>
                <a:ext uri="{FF2B5EF4-FFF2-40B4-BE49-F238E27FC236}">
                  <a16:creationId xmlns:a16="http://schemas.microsoft.com/office/drawing/2014/main" id="{3E941375-17AE-A444-BC58-27E4F58BCB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67569" y="3736182"/>
              <a:ext cx="1252537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cxnSp>
          <p:nvCxnSpPr>
            <p:cNvPr id="212376" name="Straight Connector 39941">
              <a:extLst>
                <a:ext uri="{FF2B5EF4-FFF2-40B4-BE49-F238E27FC236}">
                  <a16:creationId xmlns:a16="http://schemas.microsoft.com/office/drawing/2014/main" id="{88CB59FF-B4E1-3045-B6B9-87E198A0A2F4}"/>
                </a:ext>
              </a:extLst>
            </p:cNvPr>
            <p:cNvCxnSpPr>
              <a:cxnSpLocks noChangeShapeType="1"/>
              <a:stCxn id="212375" idx="0"/>
              <a:endCxn id="212464" idx="0"/>
            </p:cNvCxnSpPr>
            <p:nvPr/>
          </p:nvCxnSpPr>
          <p:spPr bwMode="auto">
            <a:xfrm flipV="1">
              <a:off x="1684338" y="3654425"/>
              <a:ext cx="758825" cy="2730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7" name="Straight Connector 524">
              <a:extLst>
                <a:ext uri="{FF2B5EF4-FFF2-40B4-BE49-F238E27FC236}">
                  <a16:creationId xmlns:a16="http://schemas.microsoft.com/office/drawing/2014/main" id="{54823C0A-DE8A-3A46-9135-EC29ADC3944E}"/>
                </a:ext>
              </a:extLst>
            </p:cNvPr>
            <p:cNvCxnSpPr>
              <a:cxnSpLocks noChangeShapeType="1"/>
              <a:endCxn id="212438" idx="1"/>
            </p:cNvCxnSpPr>
            <p:nvPr/>
          </p:nvCxnSpPr>
          <p:spPr bwMode="auto">
            <a:xfrm>
              <a:off x="1685925" y="4111625"/>
              <a:ext cx="466725" cy="26987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1973" name="Group 418">
            <a:extLst>
              <a:ext uri="{FF2B5EF4-FFF2-40B4-BE49-F238E27FC236}">
                <a16:creationId xmlns:a16="http://schemas.microsoft.com/office/drawing/2014/main" id="{64878C9C-88A7-1B45-89D7-909D79798F1A}"/>
              </a:ext>
            </a:extLst>
          </p:cNvPr>
          <p:cNvGrpSpPr>
            <a:grpSpLocks/>
          </p:cNvGrpSpPr>
          <p:nvPr/>
        </p:nvGrpSpPr>
        <p:grpSpPr bwMode="auto">
          <a:xfrm>
            <a:off x="1963738" y="4827588"/>
            <a:ext cx="874712" cy="506412"/>
            <a:chOff x="2889" y="1631"/>
            <a:chExt cx="980" cy="743"/>
          </a:xfrm>
        </p:grpSpPr>
        <p:sp>
          <p:nvSpPr>
            <p:cNvPr id="212304" name="Rectangle 419">
              <a:extLst>
                <a:ext uri="{FF2B5EF4-FFF2-40B4-BE49-F238E27FC236}">
                  <a16:creationId xmlns:a16="http://schemas.microsoft.com/office/drawing/2014/main" id="{33B94C50-17C9-004C-8B35-6F999C043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5249" name="AutoShape 420">
              <a:extLst>
                <a:ext uri="{FF2B5EF4-FFF2-40B4-BE49-F238E27FC236}">
                  <a16:creationId xmlns:a16="http://schemas.microsoft.com/office/drawing/2014/main" id="{2546187A-576B-DE46-A64B-440FC4856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4"/>
            </a:xfrm>
            <a:prstGeom prst="triangle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11974" name="Line 424">
            <a:extLst>
              <a:ext uri="{FF2B5EF4-FFF2-40B4-BE49-F238E27FC236}">
                <a16:creationId xmlns:a16="http://schemas.microsoft.com/office/drawing/2014/main" id="{2ADD125E-0DE3-4D46-882E-73961DE431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6051" y="5280026"/>
            <a:ext cx="144463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DAA6B4B-E4A2-4841-8AC1-82CFF7FBD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80" y="2197875"/>
            <a:ext cx="9113837" cy="1306512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§"/>
            </a:pPr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subscriber requests content from CDN</a:t>
            </a:r>
          </a:p>
        </p:txBody>
      </p:sp>
      <p:sp>
        <p:nvSpPr>
          <p:cNvPr id="673" name="Title 1">
            <a:extLst>
              <a:ext uri="{FF2B5EF4-FFF2-40B4-BE49-F238E27FC236}">
                <a16:creationId xmlns:a16="http://schemas.microsoft.com/office/drawing/2014/main" id="{21721E23-9F57-904C-BFCA-C4CD4A1E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Content distribution </a:t>
            </a:r>
            <a:r>
              <a:rPr lang="en-US" altLang="en-US">
                <a:ea typeface="ＭＳ Ｐゴシック" panose="020B0600070205080204" pitchFamily="34" charset="-128"/>
              </a:rPr>
              <a:t>n</a:t>
            </a:r>
            <a:r>
              <a:rPr lang="en-US" altLang="en-US" sz="4400">
                <a:ea typeface="ＭＳ Ｐゴシック" panose="020B0600070205080204" pitchFamily="34" charset="-128"/>
              </a:rPr>
              <a:t>etworks (CDNs)</a:t>
            </a:r>
          </a:p>
        </p:txBody>
      </p: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0F460B63-6ED8-F347-BBCA-6234C05E84AA}"/>
              </a:ext>
            </a:extLst>
          </p:cNvPr>
          <p:cNvGrpSpPr>
            <a:grpSpLocks/>
          </p:cNvGrpSpPr>
          <p:nvPr/>
        </p:nvGrpSpPr>
        <p:grpSpPr bwMode="auto">
          <a:xfrm>
            <a:off x="4745038" y="5776913"/>
            <a:ext cx="349250" cy="679450"/>
            <a:chOff x="7923189" y="2486664"/>
            <a:chExt cx="360377" cy="884585"/>
          </a:xfrm>
        </p:grpSpPr>
        <p:pic>
          <p:nvPicPr>
            <p:cNvPr id="212270" name="Picture 3">
              <a:extLst>
                <a:ext uri="{FF2B5EF4-FFF2-40B4-BE49-F238E27FC236}">
                  <a16:creationId xmlns:a16="http://schemas.microsoft.com/office/drawing/2014/main" id="{C6D635F6-BB30-AA4D-BE52-460EABB84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271" name="Group 950">
              <a:extLst>
                <a:ext uri="{FF2B5EF4-FFF2-40B4-BE49-F238E27FC236}">
                  <a16:creationId xmlns:a16="http://schemas.microsoft.com/office/drawing/2014/main" id="{59A02A58-675C-9B46-A67F-C1008EA98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72" name="Freeform 951">
                <a:extLst>
                  <a:ext uri="{FF2B5EF4-FFF2-40B4-BE49-F238E27FC236}">
                    <a16:creationId xmlns:a16="http://schemas.microsoft.com/office/drawing/2014/main" id="{DB6BE476-FB59-564D-A7CD-F63CB4F03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73" name="Rectangle 952">
                <a:extLst>
                  <a:ext uri="{FF2B5EF4-FFF2-40B4-BE49-F238E27FC236}">
                    <a16:creationId xmlns:a16="http://schemas.microsoft.com/office/drawing/2014/main" id="{97AAE496-AF52-7646-BE1B-C5175383B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74" name="Freeform 953">
                <a:extLst>
                  <a:ext uri="{FF2B5EF4-FFF2-40B4-BE49-F238E27FC236}">
                    <a16:creationId xmlns:a16="http://schemas.microsoft.com/office/drawing/2014/main" id="{78FEEF1E-CBB8-154D-9E0A-4C30741DF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75" name="Freeform 954">
                <a:extLst>
                  <a:ext uri="{FF2B5EF4-FFF2-40B4-BE49-F238E27FC236}">
                    <a16:creationId xmlns:a16="http://schemas.microsoft.com/office/drawing/2014/main" id="{064546A9-BF2A-C14D-B11A-3FF7F8D60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76" name="Rectangle 955">
                <a:extLst>
                  <a:ext uri="{FF2B5EF4-FFF2-40B4-BE49-F238E27FC236}">
                    <a16:creationId xmlns:a16="http://schemas.microsoft.com/office/drawing/2014/main" id="{A14329CB-23B1-7B4E-8E21-1EBE2CA83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77" name="Group 956">
                <a:extLst>
                  <a:ext uri="{FF2B5EF4-FFF2-40B4-BE49-F238E27FC236}">
                    <a16:creationId xmlns:a16="http://schemas.microsoft.com/office/drawing/2014/main" id="{ABBB6008-BA37-504A-BF1C-773E127FD1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302" name="AutoShape 957">
                  <a:extLst>
                    <a:ext uri="{FF2B5EF4-FFF2-40B4-BE49-F238E27FC236}">
                      <a16:creationId xmlns:a16="http://schemas.microsoft.com/office/drawing/2014/main" id="{BBAE6B6F-A278-9C4B-9012-71D473E843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303" name="AutoShape 958">
                  <a:extLst>
                    <a:ext uri="{FF2B5EF4-FFF2-40B4-BE49-F238E27FC236}">
                      <a16:creationId xmlns:a16="http://schemas.microsoft.com/office/drawing/2014/main" id="{D5A328A7-1DE3-2945-A17E-0EFC3C10C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78" name="Rectangle 959">
                <a:extLst>
                  <a:ext uri="{FF2B5EF4-FFF2-40B4-BE49-F238E27FC236}">
                    <a16:creationId xmlns:a16="http://schemas.microsoft.com/office/drawing/2014/main" id="{E94A5BB5-420E-DC4D-9F7A-0609BE927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79" name="Group 960">
                <a:extLst>
                  <a:ext uri="{FF2B5EF4-FFF2-40B4-BE49-F238E27FC236}">
                    <a16:creationId xmlns:a16="http://schemas.microsoft.com/office/drawing/2014/main" id="{3D4E0B35-7745-E646-B62C-A5C8F87D53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300" name="AutoShape 961">
                  <a:extLst>
                    <a:ext uri="{FF2B5EF4-FFF2-40B4-BE49-F238E27FC236}">
                      <a16:creationId xmlns:a16="http://schemas.microsoft.com/office/drawing/2014/main" id="{8FC74A8B-A6FF-B244-8B1B-563D2AB45C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301" name="AutoShape 962">
                  <a:extLst>
                    <a:ext uri="{FF2B5EF4-FFF2-40B4-BE49-F238E27FC236}">
                      <a16:creationId xmlns:a16="http://schemas.microsoft.com/office/drawing/2014/main" id="{C7F8F30F-76CD-9F4D-89A1-5C6AA373A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80" name="Rectangle 963">
                <a:extLst>
                  <a:ext uri="{FF2B5EF4-FFF2-40B4-BE49-F238E27FC236}">
                    <a16:creationId xmlns:a16="http://schemas.microsoft.com/office/drawing/2014/main" id="{54329010-4880-A040-AD13-FB0ED9120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1" name="Rectangle 964">
                <a:extLst>
                  <a:ext uri="{FF2B5EF4-FFF2-40B4-BE49-F238E27FC236}">
                    <a16:creationId xmlns:a16="http://schemas.microsoft.com/office/drawing/2014/main" id="{F146D8E2-272F-AD4F-9647-0F00A3C6C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82" name="Group 965">
                <a:extLst>
                  <a:ext uri="{FF2B5EF4-FFF2-40B4-BE49-F238E27FC236}">
                    <a16:creationId xmlns:a16="http://schemas.microsoft.com/office/drawing/2014/main" id="{49F50C06-AA65-234D-A544-F6D40F37DA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98" name="AutoShape 966">
                  <a:extLst>
                    <a:ext uri="{FF2B5EF4-FFF2-40B4-BE49-F238E27FC236}">
                      <a16:creationId xmlns:a16="http://schemas.microsoft.com/office/drawing/2014/main" id="{34251BE9-6C6E-D04E-82DB-F51792556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99" name="AutoShape 967">
                  <a:extLst>
                    <a:ext uri="{FF2B5EF4-FFF2-40B4-BE49-F238E27FC236}">
                      <a16:creationId xmlns:a16="http://schemas.microsoft.com/office/drawing/2014/main" id="{9D9A0088-82D8-4746-A7D1-565EE50033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83" name="Freeform 968">
                <a:extLst>
                  <a:ext uri="{FF2B5EF4-FFF2-40B4-BE49-F238E27FC236}">
                    <a16:creationId xmlns:a16="http://schemas.microsoft.com/office/drawing/2014/main" id="{03A5D088-1D4E-204F-A05A-E1A04117E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84" name="Group 969">
                <a:extLst>
                  <a:ext uri="{FF2B5EF4-FFF2-40B4-BE49-F238E27FC236}">
                    <a16:creationId xmlns:a16="http://schemas.microsoft.com/office/drawing/2014/main" id="{45751AFB-3CB8-E54E-A420-3ACBD2CD8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96" name="AutoShape 970">
                  <a:extLst>
                    <a:ext uri="{FF2B5EF4-FFF2-40B4-BE49-F238E27FC236}">
                      <a16:creationId xmlns:a16="http://schemas.microsoft.com/office/drawing/2014/main" id="{4879D096-1F5A-AB4B-8699-DC85555DF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97" name="AutoShape 971">
                  <a:extLst>
                    <a:ext uri="{FF2B5EF4-FFF2-40B4-BE49-F238E27FC236}">
                      <a16:creationId xmlns:a16="http://schemas.microsoft.com/office/drawing/2014/main" id="{2020F25C-85BE-E041-A122-B889A1FC75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85" name="Rectangle 972">
                <a:extLst>
                  <a:ext uri="{FF2B5EF4-FFF2-40B4-BE49-F238E27FC236}">
                    <a16:creationId xmlns:a16="http://schemas.microsoft.com/office/drawing/2014/main" id="{51EEB386-9A5D-8143-9E96-9E2A9E93C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6" name="Freeform 973">
                <a:extLst>
                  <a:ext uri="{FF2B5EF4-FFF2-40B4-BE49-F238E27FC236}">
                    <a16:creationId xmlns:a16="http://schemas.microsoft.com/office/drawing/2014/main" id="{0B1578A9-2AA4-BD43-968E-863FA89B7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7" name="Freeform 974">
                <a:extLst>
                  <a:ext uri="{FF2B5EF4-FFF2-40B4-BE49-F238E27FC236}">
                    <a16:creationId xmlns:a16="http://schemas.microsoft.com/office/drawing/2014/main" id="{0D66B690-4369-6843-AC31-6837F93D4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8" name="Oval 975">
                <a:extLst>
                  <a:ext uri="{FF2B5EF4-FFF2-40B4-BE49-F238E27FC236}">
                    <a16:creationId xmlns:a16="http://schemas.microsoft.com/office/drawing/2014/main" id="{EA324AF1-34AF-944A-B93E-B7199E644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9" name="Freeform 976">
                <a:extLst>
                  <a:ext uri="{FF2B5EF4-FFF2-40B4-BE49-F238E27FC236}">
                    <a16:creationId xmlns:a16="http://schemas.microsoft.com/office/drawing/2014/main" id="{10570BA8-EB42-3F43-AEF6-B1A43EC38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0" name="AutoShape 977">
                <a:extLst>
                  <a:ext uri="{FF2B5EF4-FFF2-40B4-BE49-F238E27FC236}">
                    <a16:creationId xmlns:a16="http://schemas.microsoft.com/office/drawing/2014/main" id="{A02D527D-524E-5148-9599-FEFBEDBBA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1" name="AutoShape 978">
                <a:extLst>
                  <a:ext uri="{FF2B5EF4-FFF2-40B4-BE49-F238E27FC236}">
                    <a16:creationId xmlns:a16="http://schemas.microsoft.com/office/drawing/2014/main" id="{62A7C374-701B-C84E-8D0A-330805A21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2" name="Oval 979">
                <a:extLst>
                  <a:ext uri="{FF2B5EF4-FFF2-40B4-BE49-F238E27FC236}">
                    <a16:creationId xmlns:a16="http://schemas.microsoft.com/office/drawing/2014/main" id="{641B2959-5FF9-8242-8CA2-86E1B7EF1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3" name="Oval 980">
                <a:extLst>
                  <a:ext uri="{FF2B5EF4-FFF2-40B4-BE49-F238E27FC236}">
                    <a16:creationId xmlns:a16="http://schemas.microsoft.com/office/drawing/2014/main" id="{DF26E7E9-F21E-5042-88DE-2D51E4D2A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4" name="Oval 981">
                <a:extLst>
                  <a:ext uri="{FF2B5EF4-FFF2-40B4-BE49-F238E27FC236}">
                    <a16:creationId xmlns:a16="http://schemas.microsoft.com/office/drawing/2014/main" id="{E0268560-5AEC-064D-8B59-F87E954E8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5" name="Rectangle 982">
                <a:extLst>
                  <a:ext uri="{FF2B5EF4-FFF2-40B4-BE49-F238E27FC236}">
                    <a16:creationId xmlns:a16="http://schemas.microsoft.com/office/drawing/2014/main" id="{902ABD3D-7CF5-C146-88D3-3E605B61B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828" name="Group 827">
            <a:extLst>
              <a:ext uri="{FF2B5EF4-FFF2-40B4-BE49-F238E27FC236}">
                <a16:creationId xmlns:a16="http://schemas.microsoft.com/office/drawing/2014/main" id="{FD173FB9-420D-9E49-8542-9E15A51B5B09}"/>
              </a:ext>
            </a:extLst>
          </p:cNvPr>
          <p:cNvGrpSpPr>
            <a:grpSpLocks/>
          </p:cNvGrpSpPr>
          <p:nvPr/>
        </p:nvGrpSpPr>
        <p:grpSpPr bwMode="auto">
          <a:xfrm>
            <a:off x="5911851" y="3556000"/>
            <a:ext cx="347663" cy="679450"/>
            <a:chOff x="7923189" y="2486664"/>
            <a:chExt cx="360377" cy="884585"/>
          </a:xfrm>
        </p:grpSpPr>
        <p:pic>
          <p:nvPicPr>
            <p:cNvPr id="212236" name="Picture 3">
              <a:extLst>
                <a:ext uri="{FF2B5EF4-FFF2-40B4-BE49-F238E27FC236}">
                  <a16:creationId xmlns:a16="http://schemas.microsoft.com/office/drawing/2014/main" id="{90425795-A848-3A47-92DB-4B71A439E4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237" name="Group 950">
              <a:extLst>
                <a:ext uri="{FF2B5EF4-FFF2-40B4-BE49-F238E27FC236}">
                  <a16:creationId xmlns:a16="http://schemas.microsoft.com/office/drawing/2014/main" id="{7B27B3BB-E951-9C4A-930D-20B82F3415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38" name="Freeform 951">
                <a:extLst>
                  <a:ext uri="{FF2B5EF4-FFF2-40B4-BE49-F238E27FC236}">
                    <a16:creationId xmlns:a16="http://schemas.microsoft.com/office/drawing/2014/main" id="{5033C289-EBE7-F848-A6AE-24C3C3AB1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39" name="Rectangle 952">
                <a:extLst>
                  <a:ext uri="{FF2B5EF4-FFF2-40B4-BE49-F238E27FC236}">
                    <a16:creationId xmlns:a16="http://schemas.microsoft.com/office/drawing/2014/main" id="{77C6B579-50BF-3B4F-A9D7-6554742C2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40" name="Freeform 953">
                <a:extLst>
                  <a:ext uri="{FF2B5EF4-FFF2-40B4-BE49-F238E27FC236}">
                    <a16:creationId xmlns:a16="http://schemas.microsoft.com/office/drawing/2014/main" id="{FF2FDFD9-CD89-314D-B9A1-9F93F6EF04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41" name="Freeform 954">
                <a:extLst>
                  <a:ext uri="{FF2B5EF4-FFF2-40B4-BE49-F238E27FC236}">
                    <a16:creationId xmlns:a16="http://schemas.microsoft.com/office/drawing/2014/main" id="{2A85F77C-9CD7-1340-B6C7-E191256EF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42" name="Rectangle 955">
                <a:extLst>
                  <a:ext uri="{FF2B5EF4-FFF2-40B4-BE49-F238E27FC236}">
                    <a16:creationId xmlns:a16="http://schemas.microsoft.com/office/drawing/2014/main" id="{B001DC54-DB13-4B42-8FE5-F8CB8979B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43" name="Group 956">
                <a:extLst>
                  <a:ext uri="{FF2B5EF4-FFF2-40B4-BE49-F238E27FC236}">
                    <a16:creationId xmlns:a16="http://schemas.microsoft.com/office/drawing/2014/main" id="{F307D979-FCCD-E64A-947D-6475D5D531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68" name="AutoShape 957">
                  <a:extLst>
                    <a:ext uri="{FF2B5EF4-FFF2-40B4-BE49-F238E27FC236}">
                      <a16:creationId xmlns:a16="http://schemas.microsoft.com/office/drawing/2014/main" id="{283264BF-AD70-D540-9407-216C36471C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69" name="AutoShape 958">
                  <a:extLst>
                    <a:ext uri="{FF2B5EF4-FFF2-40B4-BE49-F238E27FC236}">
                      <a16:creationId xmlns:a16="http://schemas.microsoft.com/office/drawing/2014/main" id="{DCC2AABB-6D70-B348-A2EA-B6234E7A9F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44" name="Rectangle 959">
                <a:extLst>
                  <a:ext uri="{FF2B5EF4-FFF2-40B4-BE49-F238E27FC236}">
                    <a16:creationId xmlns:a16="http://schemas.microsoft.com/office/drawing/2014/main" id="{07023E65-53C3-0540-B684-1268D0C08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45" name="Group 960">
                <a:extLst>
                  <a:ext uri="{FF2B5EF4-FFF2-40B4-BE49-F238E27FC236}">
                    <a16:creationId xmlns:a16="http://schemas.microsoft.com/office/drawing/2014/main" id="{0122A50B-D2CA-7D4E-A10A-A1D62BC5F6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266" name="AutoShape 961">
                  <a:extLst>
                    <a:ext uri="{FF2B5EF4-FFF2-40B4-BE49-F238E27FC236}">
                      <a16:creationId xmlns:a16="http://schemas.microsoft.com/office/drawing/2014/main" id="{B6781CF3-69CF-0F44-A5BE-A0BAE8C18F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67" name="AutoShape 962">
                  <a:extLst>
                    <a:ext uri="{FF2B5EF4-FFF2-40B4-BE49-F238E27FC236}">
                      <a16:creationId xmlns:a16="http://schemas.microsoft.com/office/drawing/2014/main" id="{969E0336-AAFA-7A4F-BA7F-D3F8604DEA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46" name="Rectangle 963">
                <a:extLst>
                  <a:ext uri="{FF2B5EF4-FFF2-40B4-BE49-F238E27FC236}">
                    <a16:creationId xmlns:a16="http://schemas.microsoft.com/office/drawing/2014/main" id="{4D89ED35-E659-664A-B10E-59BABA71A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47" name="Rectangle 964">
                <a:extLst>
                  <a:ext uri="{FF2B5EF4-FFF2-40B4-BE49-F238E27FC236}">
                    <a16:creationId xmlns:a16="http://schemas.microsoft.com/office/drawing/2014/main" id="{5EF7E283-572F-1F46-9FE8-78C8353E0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48" name="Group 965">
                <a:extLst>
                  <a:ext uri="{FF2B5EF4-FFF2-40B4-BE49-F238E27FC236}">
                    <a16:creationId xmlns:a16="http://schemas.microsoft.com/office/drawing/2014/main" id="{E00FE29F-6519-8D48-A0C8-DD298702AE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64" name="AutoShape 966">
                  <a:extLst>
                    <a:ext uri="{FF2B5EF4-FFF2-40B4-BE49-F238E27FC236}">
                      <a16:creationId xmlns:a16="http://schemas.microsoft.com/office/drawing/2014/main" id="{EA079B44-83A2-FA4D-9076-317C7FFEDE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65" name="AutoShape 967">
                  <a:extLst>
                    <a:ext uri="{FF2B5EF4-FFF2-40B4-BE49-F238E27FC236}">
                      <a16:creationId xmlns:a16="http://schemas.microsoft.com/office/drawing/2014/main" id="{8C117DA6-5F38-3041-B5DB-50F0F1014C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49" name="Freeform 968">
                <a:extLst>
                  <a:ext uri="{FF2B5EF4-FFF2-40B4-BE49-F238E27FC236}">
                    <a16:creationId xmlns:a16="http://schemas.microsoft.com/office/drawing/2014/main" id="{0CC5EDB9-BF34-0249-A545-5721A84601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50" name="Group 969">
                <a:extLst>
                  <a:ext uri="{FF2B5EF4-FFF2-40B4-BE49-F238E27FC236}">
                    <a16:creationId xmlns:a16="http://schemas.microsoft.com/office/drawing/2014/main" id="{6E1330CB-ECAA-1B49-ACA9-C508640CD4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62" name="AutoShape 970">
                  <a:extLst>
                    <a:ext uri="{FF2B5EF4-FFF2-40B4-BE49-F238E27FC236}">
                      <a16:creationId xmlns:a16="http://schemas.microsoft.com/office/drawing/2014/main" id="{C6558777-A4A1-C646-8E74-917A3274C4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63" name="AutoShape 971">
                  <a:extLst>
                    <a:ext uri="{FF2B5EF4-FFF2-40B4-BE49-F238E27FC236}">
                      <a16:creationId xmlns:a16="http://schemas.microsoft.com/office/drawing/2014/main" id="{6DCCB63F-4676-FA47-B3AD-6CC1AEA10E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51" name="Rectangle 972">
                <a:extLst>
                  <a:ext uri="{FF2B5EF4-FFF2-40B4-BE49-F238E27FC236}">
                    <a16:creationId xmlns:a16="http://schemas.microsoft.com/office/drawing/2014/main" id="{8C0E6A33-5A00-3140-A409-5527D4414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2" name="Freeform 973">
                <a:extLst>
                  <a:ext uri="{FF2B5EF4-FFF2-40B4-BE49-F238E27FC236}">
                    <a16:creationId xmlns:a16="http://schemas.microsoft.com/office/drawing/2014/main" id="{55371F00-39A2-7C47-81C6-A2FE626C9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3" name="Freeform 974">
                <a:extLst>
                  <a:ext uri="{FF2B5EF4-FFF2-40B4-BE49-F238E27FC236}">
                    <a16:creationId xmlns:a16="http://schemas.microsoft.com/office/drawing/2014/main" id="{B7196671-27D9-0047-BDD1-2B6410E40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4" name="Oval 975">
                <a:extLst>
                  <a:ext uri="{FF2B5EF4-FFF2-40B4-BE49-F238E27FC236}">
                    <a16:creationId xmlns:a16="http://schemas.microsoft.com/office/drawing/2014/main" id="{EFC22A25-5441-8F4F-BDA4-0DE691080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5" name="Freeform 976">
                <a:extLst>
                  <a:ext uri="{FF2B5EF4-FFF2-40B4-BE49-F238E27FC236}">
                    <a16:creationId xmlns:a16="http://schemas.microsoft.com/office/drawing/2014/main" id="{4826D924-9056-EA4B-A7A3-D23BC1DEB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6" name="AutoShape 977">
                <a:extLst>
                  <a:ext uri="{FF2B5EF4-FFF2-40B4-BE49-F238E27FC236}">
                    <a16:creationId xmlns:a16="http://schemas.microsoft.com/office/drawing/2014/main" id="{520B3BCF-295E-094B-8D59-AFBB8842A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7" name="AutoShape 978">
                <a:extLst>
                  <a:ext uri="{FF2B5EF4-FFF2-40B4-BE49-F238E27FC236}">
                    <a16:creationId xmlns:a16="http://schemas.microsoft.com/office/drawing/2014/main" id="{6D12D94D-F27B-0E4A-9F7C-D6E95D960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8" name="Oval 979">
                <a:extLst>
                  <a:ext uri="{FF2B5EF4-FFF2-40B4-BE49-F238E27FC236}">
                    <a16:creationId xmlns:a16="http://schemas.microsoft.com/office/drawing/2014/main" id="{807B1B62-B16D-8D4B-8BD9-5DF1512A8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9" name="Oval 980">
                <a:extLst>
                  <a:ext uri="{FF2B5EF4-FFF2-40B4-BE49-F238E27FC236}">
                    <a16:creationId xmlns:a16="http://schemas.microsoft.com/office/drawing/2014/main" id="{ADE21467-D624-904E-838D-70813E94C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60" name="Oval 981">
                <a:extLst>
                  <a:ext uri="{FF2B5EF4-FFF2-40B4-BE49-F238E27FC236}">
                    <a16:creationId xmlns:a16="http://schemas.microsoft.com/office/drawing/2014/main" id="{BCA56903-72E4-7C4E-9D04-96A1C7CA7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61" name="Rectangle 982">
                <a:extLst>
                  <a:ext uri="{FF2B5EF4-FFF2-40B4-BE49-F238E27FC236}">
                    <a16:creationId xmlns:a16="http://schemas.microsoft.com/office/drawing/2014/main" id="{BC789B8C-4E82-B640-9321-FB2652EB2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863" name="Group 862">
            <a:extLst>
              <a:ext uri="{FF2B5EF4-FFF2-40B4-BE49-F238E27FC236}">
                <a16:creationId xmlns:a16="http://schemas.microsoft.com/office/drawing/2014/main" id="{B67E4C73-2DDE-0644-8B08-03343E467221}"/>
              </a:ext>
            </a:extLst>
          </p:cNvPr>
          <p:cNvGrpSpPr>
            <a:grpSpLocks/>
          </p:cNvGrpSpPr>
          <p:nvPr/>
        </p:nvGrpSpPr>
        <p:grpSpPr bwMode="auto">
          <a:xfrm>
            <a:off x="6608763" y="5611814"/>
            <a:ext cx="347662" cy="681037"/>
            <a:chOff x="7923189" y="2486664"/>
            <a:chExt cx="360377" cy="884585"/>
          </a:xfrm>
        </p:grpSpPr>
        <p:pic>
          <p:nvPicPr>
            <p:cNvPr id="212202" name="Picture 3">
              <a:extLst>
                <a:ext uri="{FF2B5EF4-FFF2-40B4-BE49-F238E27FC236}">
                  <a16:creationId xmlns:a16="http://schemas.microsoft.com/office/drawing/2014/main" id="{6BE77C42-6E06-D245-9F37-1EF256CCBB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203" name="Group 950">
              <a:extLst>
                <a:ext uri="{FF2B5EF4-FFF2-40B4-BE49-F238E27FC236}">
                  <a16:creationId xmlns:a16="http://schemas.microsoft.com/office/drawing/2014/main" id="{2D8EE99D-8E17-8845-94FD-64E4F97576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04" name="Freeform 951">
                <a:extLst>
                  <a:ext uri="{FF2B5EF4-FFF2-40B4-BE49-F238E27FC236}">
                    <a16:creationId xmlns:a16="http://schemas.microsoft.com/office/drawing/2014/main" id="{6F3FE0D4-A2DA-D34C-A4AD-632E7C043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05" name="Rectangle 952">
                <a:extLst>
                  <a:ext uri="{FF2B5EF4-FFF2-40B4-BE49-F238E27FC236}">
                    <a16:creationId xmlns:a16="http://schemas.microsoft.com/office/drawing/2014/main" id="{9B968662-8399-C947-A725-3C2079D16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06" name="Freeform 953">
                <a:extLst>
                  <a:ext uri="{FF2B5EF4-FFF2-40B4-BE49-F238E27FC236}">
                    <a16:creationId xmlns:a16="http://schemas.microsoft.com/office/drawing/2014/main" id="{6FF771FD-7D10-FE46-814D-5741EB171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07" name="Freeform 954">
                <a:extLst>
                  <a:ext uri="{FF2B5EF4-FFF2-40B4-BE49-F238E27FC236}">
                    <a16:creationId xmlns:a16="http://schemas.microsoft.com/office/drawing/2014/main" id="{47B7976F-E40D-504C-9923-5650F7F50F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08" name="Rectangle 955">
                <a:extLst>
                  <a:ext uri="{FF2B5EF4-FFF2-40B4-BE49-F238E27FC236}">
                    <a16:creationId xmlns:a16="http://schemas.microsoft.com/office/drawing/2014/main" id="{D61E8183-E04F-F349-944A-852A5E098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09" name="Group 956">
                <a:extLst>
                  <a:ext uri="{FF2B5EF4-FFF2-40B4-BE49-F238E27FC236}">
                    <a16:creationId xmlns:a16="http://schemas.microsoft.com/office/drawing/2014/main" id="{05AC9BA8-A48D-914F-8353-9911B2724B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34" name="AutoShape 957">
                  <a:extLst>
                    <a:ext uri="{FF2B5EF4-FFF2-40B4-BE49-F238E27FC236}">
                      <a16:creationId xmlns:a16="http://schemas.microsoft.com/office/drawing/2014/main" id="{3F913976-31DA-6747-B323-80805A82D8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35" name="AutoShape 958">
                  <a:extLst>
                    <a:ext uri="{FF2B5EF4-FFF2-40B4-BE49-F238E27FC236}">
                      <a16:creationId xmlns:a16="http://schemas.microsoft.com/office/drawing/2014/main" id="{268B330D-5EC4-4F41-A9C9-73694EE3B9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10" name="Rectangle 959">
                <a:extLst>
                  <a:ext uri="{FF2B5EF4-FFF2-40B4-BE49-F238E27FC236}">
                    <a16:creationId xmlns:a16="http://schemas.microsoft.com/office/drawing/2014/main" id="{F126082E-80A4-F148-B67A-5F8B0C9C9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11" name="Group 960">
                <a:extLst>
                  <a:ext uri="{FF2B5EF4-FFF2-40B4-BE49-F238E27FC236}">
                    <a16:creationId xmlns:a16="http://schemas.microsoft.com/office/drawing/2014/main" id="{F4E60FF0-40E9-0743-8AB9-132F35646F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232" name="AutoShape 961">
                  <a:extLst>
                    <a:ext uri="{FF2B5EF4-FFF2-40B4-BE49-F238E27FC236}">
                      <a16:creationId xmlns:a16="http://schemas.microsoft.com/office/drawing/2014/main" id="{5D38D0E1-95B8-7644-916C-223FF4B01D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33" name="AutoShape 962">
                  <a:extLst>
                    <a:ext uri="{FF2B5EF4-FFF2-40B4-BE49-F238E27FC236}">
                      <a16:creationId xmlns:a16="http://schemas.microsoft.com/office/drawing/2014/main" id="{228AF174-642C-DA45-8700-9B23D5A60F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12" name="Rectangle 963">
                <a:extLst>
                  <a:ext uri="{FF2B5EF4-FFF2-40B4-BE49-F238E27FC236}">
                    <a16:creationId xmlns:a16="http://schemas.microsoft.com/office/drawing/2014/main" id="{CF598B88-9E11-634B-8D65-DC6DF3DBC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13" name="Rectangle 964">
                <a:extLst>
                  <a:ext uri="{FF2B5EF4-FFF2-40B4-BE49-F238E27FC236}">
                    <a16:creationId xmlns:a16="http://schemas.microsoft.com/office/drawing/2014/main" id="{3DAF1C69-3CE3-2C41-BA83-14BA52052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14" name="Group 965">
                <a:extLst>
                  <a:ext uri="{FF2B5EF4-FFF2-40B4-BE49-F238E27FC236}">
                    <a16:creationId xmlns:a16="http://schemas.microsoft.com/office/drawing/2014/main" id="{7B9A1861-AEA3-F045-AD80-7CE3F47B2E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30" name="AutoShape 966">
                  <a:extLst>
                    <a:ext uri="{FF2B5EF4-FFF2-40B4-BE49-F238E27FC236}">
                      <a16:creationId xmlns:a16="http://schemas.microsoft.com/office/drawing/2014/main" id="{B5264E03-832D-0442-AA60-A277EBB256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31" name="AutoShape 967">
                  <a:extLst>
                    <a:ext uri="{FF2B5EF4-FFF2-40B4-BE49-F238E27FC236}">
                      <a16:creationId xmlns:a16="http://schemas.microsoft.com/office/drawing/2014/main" id="{BC5DFBD9-986C-9546-8DFA-938688D9C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15" name="Freeform 968">
                <a:extLst>
                  <a:ext uri="{FF2B5EF4-FFF2-40B4-BE49-F238E27FC236}">
                    <a16:creationId xmlns:a16="http://schemas.microsoft.com/office/drawing/2014/main" id="{17C79002-8148-4349-81F7-D0445F6C5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16" name="Group 969">
                <a:extLst>
                  <a:ext uri="{FF2B5EF4-FFF2-40B4-BE49-F238E27FC236}">
                    <a16:creationId xmlns:a16="http://schemas.microsoft.com/office/drawing/2014/main" id="{BCA5C138-F65F-2545-ABFC-EC5A6979BC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28" name="AutoShape 970">
                  <a:extLst>
                    <a:ext uri="{FF2B5EF4-FFF2-40B4-BE49-F238E27FC236}">
                      <a16:creationId xmlns:a16="http://schemas.microsoft.com/office/drawing/2014/main" id="{A4C75F99-C790-654E-A3EF-2597B53BC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29" name="AutoShape 971">
                  <a:extLst>
                    <a:ext uri="{FF2B5EF4-FFF2-40B4-BE49-F238E27FC236}">
                      <a16:creationId xmlns:a16="http://schemas.microsoft.com/office/drawing/2014/main" id="{DC4E3392-CF09-9F4D-8083-86B7B49CE4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17" name="Rectangle 972">
                <a:extLst>
                  <a:ext uri="{FF2B5EF4-FFF2-40B4-BE49-F238E27FC236}">
                    <a16:creationId xmlns:a16="http://schemas.microsoft.com/office/drawing/2014/main" id="{8AEF6CD3-3A6F-724B-ADAB-C671D4892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18" name="Freeform 973">
                <a:extLst>
                  <a:ext uri="{FF2B5EF4-FFF2-40B4-BE49-F238E27FC236}">
                    <a16:creationId xmlns:a16="http://schemas.microsoft.com/office/drawing/2014/main" id="{9BBA2597-DB7B-AE46-A90F-87B6493FC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19" name="Freeform 974">
                <a:extLst>
                  <a:ext uri="{FF2B5EF4-FFF2-40B4-BE49-F238E27FC236}">
                    <a16:creationId xmlns:a16="http://schemas.microsoft.com/office/drawing/2014/main" id="{25FCD4A9-4884-DD44-A180-0BFA16E16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0" name="Oval 975">
                <a:extLst>
                  <a:ext uri="{FF2B5EF4-FFF2-40B4-BE49-F238E27FC236}">
                    <a16:creationId xmlns:a16="http://schemas.microsoft.com/office/drawing/2014/main" id="{E681610F-842C-3E44-8DBD-486A7E47D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1" name="Freeform 976">
                <a:extLst>
                  <a:ext uri="{FF2B5EF4-FFF2-40B4-BE49-F238E27FC236}">
                    <a16:creationId xmlns:a16="http://schemas.microsoft.com/office/drawing/2014/main" id="{9EEC1478-561A-DE4F-ADD8-E95A681EB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2" name="AutoShape 977">
                <a:extLst>
                  <a:ext uri="{FF2B5EF4-FFF2-40B4-BE49-F238E27FC236}">
                    <a16:creationId xmlns:a16="http://schemas.microsoft.com/office/drawing/2014/main" id="{D655FF6C-082E-CF4D-B0BC-6AE679FE0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3" name="AutoShape 978">
                <a:extLst>
                  <a:ext uri="{FF2B5EF4-FFF2-40B4-BE49-F238E27FC236}">
                    <a16:creationId xmlns:a16="http://schemas.microsoft.com/office/drawing/2014/main" id="{23BC460A-708D-1748-BBB0-A8F3360ED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4" name="Oval 979">
                <a:extLst>
                  <a:ext uri="{FF2B5EF4-FFF2-40B4-BE49-F238E27FC236}">
                    <a16:creationId xmlns:a16="http://schemas.microsoft.com/office/drawing/2014/main" id="{56D8CE25-AF6D-274E-83E8-370B8A28A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5" name="Oval 980">
                <a:extLst>
                  <a:ext uri="{FF2B5EF4-FFF2-40B4-BE49-F238E27FC236}">
                    <a16:creationId xmlns:a16="http://schemas.microsoft.com/office/drawing/2014/main" id="{A5B49612-4308-FD40-8B73-6D4D3A7C5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6" name="Oval 981">
                <a:extLst>
                  <a:ext uri="{FF2B5EF4-FFF2-40B4-BE49-F238E27FC236}">
                    <a16:creationId xmlns:a16="http://schemas.microsoft.com/office/drawing/2014/main" id="{BE2B8944-FFDF-6545-A30D-61506BE12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7" name="Rectangle 982">
                <a:extLst>
                  <a:ext uri="{FF2B5EF4-FFF2-40B4-BE49-F238E27FC236}">
                    <a16:creationId xmlns:a16="http://schemas.microsoft.com/office/drawing/2014/main" id="{7320C232-24CD-644E-AA66-E1EC4338B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898" name="Group 897">
            <a:extLst>
              <a:ext uri="{FF2B5EF4-FFF2-40B4-BE49-F238E27FC236}">
                <a16:creationId xmlns:a16="http://schemas.microsoft.com/office/drawing/2014/main" id="{598C6C67-F8C4-A042-A92C-2B94B91C364A}"/>
              </a:ext>
            </a:extLst>
          </p:cNvPr>
          <p:cNvGrpSpPr>
            <a:grpSpLocks/>
          </p:cNvGrpSpPr>
          <p:nvPr/>
        </p:nvGrpSpPr>
        <p:grpSpPr bwMode="auto">
          <a:xfrm>
            <a:off x="7591426" y="3829050"/>
            <a:ext cx="347663" cy="681038"/>
            <a:chOff x="7923189" y="2486664"/>
            <a:chExt cx="360377" cy="884585"/>
          </a:xfrm>
        </p:grpSpPr>
        <p:pic>
          <p:nvPicPr>
            <p:cNvPr id="212168" name="Picture 3">
              <a:extLst>
                <a:ext uri="{FF2B5EF4-FFF2-40B4-BE49-F238E27FC236}">
                  <a16:creationId xmlns:a16="http://schemas.microsoft.com/office/drawing/2014/main" id="{4811B01E-BE38-934F-86FF-4F6DAF8B7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169" name="Group 950">
              <a:extLst>
                <a:ext uri="{FF2B5EF4-FFF2-40B4-BE49-F238E27FC236}">
                  <a16:creationId xmlns:a16="http://schemas.microsoft.com/office/drawing/2014/main" id="{0AFCE7C2-7232-154A-8E71-844BC22B89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170" name="Freeform 951">
                <a:extLst>
                  <a:ext uri="{FF2B5EF4-FFF2-40B4-BE49-F238E27FC236}">
                    <a16:creationId xmlns:a16="http://schemas.microsoft.com/office/drawing/2014/main" id="{39714E75-C662-9640-8E8B-EF48CF2CD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1" name="Rectangle 952">
                <a:extLst>
                  <a:ext uri="{FF2B5EF4-FFF2-40B4-BE49-F238E27FC236}">
                    <a16:creationId xmlns:a16="http://schemas.microsoft.com/office/drawing/2014/main" id="{C10B9719-3E0A-294C-8D8E-31A4E02C0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2" name="Freeform 953">
                <a:extLst>
                  <a:ext uri="{FF2B5EF4-FFF2-40B4-BE49-F238E27FC236}">
                    <a16:creationId xmlns:a16="http://schemas.microsoft.com/office/drawing/2014/main" id="{EA1D806A-F3BB-AD4C-A7EA-E1F699CCB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3" name="Freeform 954">
                <a:extLst>
                  <a:ext uri="{FF2B5EF4-FFF2-40B4-BE49-F238E27FC236}">
                    <a16:creationId xmlns:a16="http://schemas.microsoft.com/office/drawing/2014/main" id="{209C3040-DFFE-2641-B3F6-A6040A3E9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4" name="Rectangle 955">
                <a:extLst>
                  <a:ext uri="{FF2B5EF4-FFF2-40B4-BE49-F238E27FC236}">
                    <a16:creationId xmlns:a16="http://schemas.microsoft.com/office/drawing/2014/main" id="{258645F2-B091-BE46-A175-384298581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75" name="Group 956">
                <a:extLst>
                  <a:ext uri="{FF2B5EF4-FFF2-40B4-BE49-F238E27FC236}">
                    <a16:creationId xmlns:a16="http://schemas.microsoft.com/office/drawing/2014/main" id="{500CBD05-0E32-7148-AC0F-508B79C363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00" name="AutoShape 957">
                  <a:extLst>
                    <a:ext uri="{FF2B5EF4-FFF2-40B4-BE49-F238E27FC236}">
                      <a16:creationId xmlns:a16="http://schemas.microsoft.com/office/drawing/2014/main" id="{D6E1CE8A-CD27-864E-BD7C-9FA86CA6C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01" name="AutoShape 958">
                  <a:extLst>
                    <a:ext uri="{FF2B5EF4-FFF2-40B4-BE49-F238E27FC236}">
                      <a16:creationId xmlns:a16="http://schemas.microsoft.com/office/drawing/2014/main" id="{631EEAAD-9EF2-1648-AD2A-A84D22BC5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76" name="Rectangle 959">
                <a:extLst>
                  <a:ext uri="{FF2B5EF4-FFF2-40B4-BE49-F238E27FC236}">
                    <a16:creationId xmlns:a16="http://schemas.microsoft.com/office/drawing/2014/main" id="{FED5732B-4C99-5E4F-99DA-07D855FE9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77" name="Group 960">
                <a:extLst>
                  <a:ext uri="{FF2B5EF4-FFF2-40B4-BE49-F238E27FC236}">
                    <a16:creationId xmlns:a16="http://schemas.microsoft.com/office/drawing/2014/main" id="{34868CC0-C56E-CF45-A807-8A35936DF8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198" name="AutoShape 961">
                  <a:extLst>
                    <a:ext uri="{FF2B5EF4-FFF2-40B4-BE49-F238E27FC236}">
                      <a16:creationId xmlns:a16="http://schemas.microsoft.com/office/drawing/2014/main" id="{8D2DB165-0043-0C4D-8CED-139DE529E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99" name="AutoShape 962">
                  <a:extLst>
                    <a:ext uri="{FF2B5EF4-FFF2-40B4-BE49-F238E27FC236}">
                      <a16:creationId xmlns:a16="http://schemas.microsoft.com/office/drawing/2014/main" id="{18927EE1-4ED6-C545-92EA-69A661ED62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78" name="Rectangle 963">
                <a:extLst>
                  <a:ext uri="{FF2B5EF4-FFF2-40B4-BE49-F238E27FC236}">
                    <a16:creationId xmlns:a16="http://schemas.microsoft.com/office/drawing/2014/main" id="{288D5BE5-BAD9-8C4A-A0D2-74549D638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9" name="Rectangle 964">
                <a:extLst>
                  <a:ext uri="{FF2B5EF4-FFF2-40B4-BE49-F238E27FC236}">
                    <a16:creationId xmlns:a16="http://schemas.microsoft.com/office/drawing/2014/main" id="{3664781E-2307-BA41-B3D4-74745B587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80" name="Group 965">
                <a:extLst>
                  <a:ext uri="{FF2B5EF4-FFF2-40B4-BE49-F238E27FC236}">
                    <a16:creationId xmlns:a16="http://schemas.microsoft.com/office/drawing/2014/main" id="{368937B0-7AA4-1F4A-99AF-EE23A1E3B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196" name="AutoShape 966">
                  <a:extLst>
                    <a:ext uri="{FF2B5EF4-FFF2-40B4-BE49-F238E27FC236}">
                      <a16:creationId xmlns:a16="http://schemas.microsoft.com/office/drawing/2014/main" id="{9A01E07B-F452-0042-8749-AA6F9BF6C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97" name="AutoShape 967">
                  <a:extLst>
                    <a:ext uri="{FF2B5EF4-FFF2-40B4-BE49-F238E27FC236}">
                      <a16:creationId xmlns:a16="http://schemas.microsoft.com/office/drawing/2014/main" id="{86F022B9-0E4F-5E4D-BC55-48B091D246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81" name="Freeform 968">
                <a:extLst>
                  <a:ext uri="{FF2B5EF4-FFF2-40B4-BE49-F238E27FC236}">
                    <a16:creationId xmlns:a16="http://schemas.microsoft.com/office/drawing/2014/main" id="{B11B2A5F-302B-5541-A5DE-AD5D7B7C4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82" name="Group 969">
                <a:extLst>
                  <a:ext uri="{FF2B5EF4-FFF2-40B4-BE49-F238E27FC236}">
                    <a16:creationId xmlns:a16="http://schemas.microsoft.com/office/drawing/2014/main" id="{7FE8D8CA-4E8D-5142-84B2-6764BB3088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194" name="AutoShape 970">
                  <a:extLst>
                    <a:ext uri="{FF2B5EF4-FFF2-40B4-BE49-F238E27FC236}">
                      <a16:creationId xmlns:a16="http://schemas.microsoft.com/office/drawing/2014/main" id="{A178714F-4081-7A47-88BA-AA5CE7D94D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95" name="AutoShape 971">
                  <a:extLst>
                    <a:ext uri="{FF2B5EF4-FFF2-40B4-BE49-F238E27FC236}">
                      <a16:creationId xmlns:a16="http://schemas.microsoft.com/office/drawing/2014/main" id="{A2F330D8-AB17-ED4F-ABCD-791AB236A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83" name="Rectangle 972">
                <a:extLst>
                  <a:ext uri="{FF2B5EF4-FFF2-40B4-BE49-F238E27FC236}">
                    <a16:creationId xmlns:a16="http://schemas.microsoft.com/office/drawing/2014/main" id="{CC1F60B5-CA5E-BD4F-9AF8-DEEC0D112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4" name="Freeform 973">
                <a:extLst>
                  <a:ext uri="{FF2B5EF4-FFF2-40B4-BE49-F238E27FC236}">
                    <a16:creationId xmlns:a16="http://schemas.microsoft.com/office/drawing/2014/main" id="{D876F67F-BA0F-2D43-88EA-D11665D31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5" name="Freeform 974">
                <a:extLst>
                  <a:ext uri="{FF2B5EF4-FFF2-40B4-BE49-F238E27FC236}">
                    <a16:creationId xmlns:a16="http://schemas.microsoft.com/office/drawing/2014/main" id="{8EB4073B-CBA0-F147-819E-7A79A09ADB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6" name="Oval 975">
                <a:extLst>
                  <a:ext uri="{FF2B5EF4-FFF2-40B4-BE49-F238E27FC236}">
                    <a16:creationId xmlns:a16="http://schemas.microsoft.com/office/drawing/2014/main" id="{E2F102C3-9141-D841-8851-BF47814C0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7" name="Freeform 976">
                <a:extLst>
                  <a:ext uri="{FF2B5EF4-FFF2-40B4-BE49-F238E27FC236}">
                    <a16:creationId xmlns:a16="http://schemas.microsoft.com/office/drawing/2014/main" id="{0104F114-0BF8-2D43-BD35-9FA4B0D492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8" name="AutoShape 977">
                <a:extLst>
                  <a:ext uri="{FF2B5EF4-FFF2-40B4-BE49-F238E27FC236}">
                    <a16:creationId xmlns:a16="http://schemas.microsoft.com/office/drawing/2014/main" id="{D6BD11DA-56DB-E643-953D-CBDA9EDD4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9" name="AutoShape 978">
                <a:extLst>
                  <a:ext uri="{FF2B5EF4-FFF2-40B4-BE49-F238E27FC236}">
                    <a16:creationId xmlns:a16="http://schemas.microsoft.com/office/drawing/2014/main" id="{33F250C2-C7BC-6149-AF22-2F888BE5C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90" name="Oval 979">
                <a:extLst>
                  <a:ext uri="{FF2B5EF4-FFF2-40B4-BE49-F238E27FC236}">
                    <a16:creationId xmlns:a16="http://schemas.microsoft.com/office/drawing/2014/main" id="{60C7C83F-7932-2E43-A5E5-D8F782F5E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91" name="Oval 980">
                <a:extLst>
                  <a:ext uri="{FF2B5EF4-FFF2-40B4-BE49-F238E27FC236}">
                    <a16:creationId xmlns:a16="http://schemas.microsoft.com/office/drawing/2014/main" id="{1E249C40-73FE-0443-BB83-42FB4430A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92" name="Oval 981">
                <a:extLst>
                  <a:ext uri="{FF2B5EF4-FFF2-40B4-BE49-F238E27FC236}">
                    <a16:creationId xmlns:a16="http://schemas.microsoft.com/office/drawing/2014/main" id="{5EE279AB-829B-3348-9C50-79468AA66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93" name="Rectangle 982">
                <a:extLst>
                  <a:ext uri="{FF2B5EF4-FFF2-40B4-BE49-F238E27FC236}">
                    <a16:creationId xmlns:a16="http://schemas.microsoft.com/office/drawing/2014/main" id="{63496167-DD4B-4A45-89C4-CD008FB15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933" name="Group 932">
            <a:extLst>
              <a:ext uri="{FF2B5EF4-FFF2-40B4-BE49-F238E27FC236}">
                <a16:creationId xmlns:a16="http://schemas.microsoft.com/office/drawing/2014/main" id="{26671DE5-CC5E-9346-9241-9C4B9744E98A}"/>
              </a:ext>
            </a:extLst>
          </p:cNvPr>
          <p:cNvGrpSpPr>
            <a:grpSpLocks/>
          </p:cNvGrpSpPr>
          <p:nvPr/>
        </p:nvGrpSpPr>
        <p:grpSpPr bwMode="auto">
          <a:xfrm>
            <a:off x="3646488" y="5629275"/>
            <a:ext cx="347662" cy="681038"/>
            <a:chOff x="7923189" y="2486664"/>
            <a:chExt cx="360377" cy="884585"/>
          </a:xfrm>
        </p:grpSpPr>
        <p:pic>
          <p:nvPicPr>
            <p:cNvPr id="212134" name="Picture 3">
              <a:extLst>
                <a:ext uri="{FF2B5EF4-FFF2-40B4-BE49-F238E27FC236}">
                  <a16:creationId xmlns:a16="http://schemas.microsoft.com/office/drawing/2014/main" id="{F6C700AB-F01A-1347-84B4-44C9C003CD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135" name="Group 950">
              <a:extLst>
                <a:ext uri="{FF2B5EF4-FFF2-40B4-BE49-F238E27FC236}">
                  <a16:creationId xmlns:a16="http://schemas.microsoft.com/office/drawing/2014/main" id="{32504C01-C290-2247-ADAA-2B64BFCC3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136" name="Freeform 951">
                <a:extLst>
                  <a:ext uri="{FF2B5EF4-FFF2-40B4-BE49-F238E27FC236}">
                    <a16:creationId xmlns:a16="http://schemas.microsoft.com/office/drawing/2014/main" id="{A3F65C23-57BF-4346-A71B-85EF12EA4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37" name="Rectangle 952">
                <a:extLst>
                  <a:ext uri="{FF2B5EF4-FFF2-40B4-BE49-F238E27FC236}">
                    <a16:creationId xmlns:a16="http://schemas.microsoft.com/office/drawing/2014/main" id="{AFA7DEA9-FBEC-8E4B-B053-097F8A2BC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38" name="Freeform 953">
                <a:extLst>
                  <a:ext uri="{FF2B5EF4-FFF2-40B4-BE49-F238E27FC236}">
                    <a16:creationId xmlns:a16="http://schemas.microsoft.com/office/drawing/2014/main" id="{CE2B5BAF-9ECC-8B4C-903A-3EB261281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39" name="Freeform 954">
                <a:extLst>
                  <a:ext uri="{FF2B5EF4-FFF2-40B4-BE49-F238E27FC236}">
                    <a16:creationId xmlns:a16="http://schemas.microsoft.com/office/drawing/2014/main" id="{B5AE0A6A-DBAA-BA47-96F5-185131C31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40" name="Rectangle 955">
                <a:extLst>
                  <a:ext uri="{FF2B5EF4-FFF2-40B4-BE49-F238E27FC236}">
                    <a16:creationId xmlns:a16="http://schemas.microsoft.com/office/drawing/2014/main" id="{C80FC0E7-6E02-9E44-B34F-8DA670B4D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41" name="Group 956">
                <a:extLst>
                  <a:ext uri="{FF2B5EF4-FFF2-40B4-BE49-F238E27FC236}">
                    <a16:creationId xmlns:a16="http://schemas.microsoft.com/office/drawing/2014/main" id="{F3FFBBB1-E716-F246-87A6-21C20BE85E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166" name="AutoShape 957">
                  <a:extLst>
                    <a:ext uri="{FF2B5EF4-FFF2-40B4-BE49-F238E27FC236}">
                      <a16:creationId xmlns:a16="http://schemas.microsoft.com/office/drawing/2014/main" id="{BAA4262B-8BD5-704A-8117-BB630AEDED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67" name="AutoShape 958">
                  <a:extLst>
                    <a:ext uri="{FF2B5EF4-FFF2-40B4-BE49-F238E27FC236}">
                      <a16:creationId xmlns:a16="http://schemas.microsoft.com/office/drawing/2014/main" id="{B8FD5B39-D818-294D-8B5A-FF9FD6FA9A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42" name="Rectangle 959">
                <a:extLst>
                  <a:ext uri="{FF2B5EF4-FFF2-40B4-BE49-F238E27FC236}">
                    <a16:creationId xmlns:a16="http://schemas.microsoft.com/office/drawing/2014/main" id="{99B8C3DB-28D5-F243-AA1A-7520585C8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43" name="Group 960">
                <a:extLst>
                  <a:ext uri="{FF2B5EF4-FFF2-40B4-BE49-F238E27FC236}">
                    <a16:creationId xmlns:a16="http://schemas.microsoft.com/office/drawing/2014/main" id="{2EFE68E7-EF42-4A41-83D7-7FF8796B6B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164" name="AutoShape 961">
                  <a:extLst>
                    <a:ext uri="{FF2B5EF4-FFF2-40B4-BE49-F238E27FC236}">
                      <a16:creationId xmlns:a16="http://schemas.microsoft.com/office/drawing/2014/main" id="{D7F94DC5-0471-184D-AF96-A9F0657DBE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65" name="AutoShape 962">
                  <a:extLst>
                    <a:ext uri="{FF2B5EF4-FFF2-40B4-BE49-F238E27FC236}">
                      <a16:creationId xmlns:a16="http://schemas.microsoft.com/office/drawing/2014/main" id="{388CA56D-4F65-824D-9B87-B3BF08D74F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44" name="Rectangle 963">
                <a:extLst>
                  <a:ext uri="{FF2B5EF4-FFF2-40B4-BE49-F238E27FC236}">
                    <a16:creationId xmlns:a16="http://schemas.microsoft.com/office/drawing/2014/main" id="{1B5C1CAA-DAAD-334E-9523-BF2607F878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45" name="Rectangle 964">
                <a:extLst>
                  <a:ext uri="{FF2B5EF4-FFF2-40B4-BE49-F238E27FC236}">
                    <a16:creationId xmlns:a16="http://schemas.microsoft.com/office/drawing/2014/main" id="{28765756-7F30-3441-9655-066D5CF89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46" name="Group 965">
                <a:extLst>
                  <a:ext uri="{FF2B5EF4-FFF2-40B4-BE49-F238E27FC236}">
                    <a16:creationId xmlns:a16="http://schemas.microsoft.com/office/drawing/2014/main" id="{55E7875B-A50E-ED4A-8FAF-CF245117B1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162" name="AutoShape 966">
                  <a:extLst>
                    <a:ext uri="{FF2B5EF4-FFF2-40B4-BE49-F238E27FC236}">
                      <a16:creationId xmlns:a16="http://schemas.microsoft.com/office/drawing/2014/main" id="{C761D5B6-6EA5-844D-AB83-C03BD6A532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63" name="AutoShape 967">
                  <a:extLst>
                    <a:ext uri="{FF2B5EF4-FFF2-40B4-BE49-F238E27FC236}">
                      <a16:creationId xmlns:a16="http://schemas.microsoft.com/office/drawing/2014/main" id="{B74D090B-9CD9-FC46-A626-7015CF7979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47" name="Freeform 968">
                <a:extLst>
                  <a:ext uri="{FF2B5EF4-FFF2-40B4-BE49-F238E27FC236}">
                    <a16:creationId xmlns:a16="http://schemas.microsoft.com/office/drawing/2014/main" id="{4089A926-43BB-464C-A49C-15A16876F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48" name="Group 969">
                <a:extLst>
                  <a:ext uri="{FF2B5EF4-FFF2-40B4-BE49-F238E27FC236}">
                    <a16:creationId xmlns:a16="http://schemas.microsoft.com/office/drawing/2014/main" id="{AC193393-9A29-4849-8F04-4BD4E2C15F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160" name="AutoShape 970">
                  <a:extLst>
                    <a:ext uri="{FF2B5EF4-FFF2-40B4-BE49-F238E27FC236}">
                      <a16:creationId xmlns:a16="http://schemas.microsoft.com/office/drawing/2014/main" id="{74196E03-85F3-A048-8080-DE4576B21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61" name="AutoShape 971">
                  <a:extLst>
                    <a:ext uri="{FF2B5EF4-FFF2-40B4-BE49-F238E27FC236}">
                      <a16:creationId xmlns:a16="http://schemas.microsoft.com/office/drawing/2014/main" id="{64EA9132-B3BD-9743-92C8-D9855B70B4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49" name="Rectangle 972">
                <a:extLst>
                  <a:ext uri="{FF2B5EF4-FFF2-40B4-BE49-F238E27FC236}">
                    <a16:creationId xmlns:a16="http://schemas.microsoft.com/office/drawing/2014/main" id="{739522D9-F086-524F-A7A8-F771DEEB4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0" name="Freeform 973">
                <a:extLst>
                  <a:ext uri="{FF2B5EF4-FFF2-40B4-BE49-F238E27FC236}">
                    <a16:creationId xmlns:a16="http://schemas.microsoft.com/office/drawing/2014/main" id="{C331812E-5700-4848-B297-E38F2A89C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1" name="Freeform 974">
                <a:extLst>
                  <a:ext uri="{FF2B5EF4-FFF2-40B4-BE49-F238E27FC236}">
                    <a16:creationId xmlns:a16="http://schemas.microsoft.com/office/drawing/2014/main" id="{3AC61ABC-ADB4-B643-A136-E766F6160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2" name="Oval 975">
                <a:extLst>
                  <a:ext uri="{FF2B5EF4-FFF2-40B4-BE49-F238E27FC236}">
                    <a16:creationId xmlns:a16="http://schemas.microsoft.com/office/drawing/2014/main" id="{9DDFFEF5-B6AB-0548-AD01-6520F0568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3" name="Freeform 976">
                <a:extLst>
                  <a:ext uri="{FF2B5EF4-FFF2-40B4-BE49-F238E27FC236}">
                    <a16:creationId xmlns:a16="http://schemas.microsoft.com/office/drawing/2014/main" id="{49F8424A-C2C9-1B47-8658-BB2195297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4" name="AutoShape 977">
                <a:extLst>
                  <a:ext uri="{FF2B5EF4-FFF2-40B4-BE49-F238E27FC236}">
                    <a16:creationId xmlns:a16="http://schemas.microsoft.com/office/drawing/2014/main" id="{420D232B-869E-6249-961C-01A12E952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5" name="AutoShape 978">
                <a:extLst>
                  <a:ext uri="{FF2B5EF4-FFF2-40B4-BE49-F238E27FC236}">
                    <a16:creationId xmlns:a16="http://schemas.microsoft.com/office/drawing/2014/main" id="{010A3C00-5438-3042-9454-AAC01B2DB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6" name="Oval 979">
                <a:extLst>
                  <a:ext uri="{FF2B5EF4-FFF2-40B4-BE49-F238E27FC236}">
                    <a16:creationId xmlns:a16="http://schemas.microsoft.com/office/drawing/2014/main" id="{7D0F0111-3F7C-684D-A0A6-09260ABBD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7" name="Oval 980">
                <a:extLst>
                  <a:ext uri="{FF2B5EF4-FFF2-40B4-BE49-F238E27FC236}">
                    <a16:creationId xmlns:a16="http://schemas.microsoft.com/office/drawing/2014/main" id="{28FE3FF0-2975-284F-AEEF-32347D4FF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8" name="Oval 981">
                <a:extLst>
                  <a:ext uri="{FF2B5EF4-FFF2-40B4-BE49-F238E27FC236}">
                    <a16:creationId xmlns:a16="http://schemas.microsoft.com/office/drawing/2014/main" id="{228744DD-C103-F449-A6A9-99E3785C8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9" name="Rectangle 982">
                <a:extLst>
                  <a:ext uri="{FF2B5EF4-FFF2-40B4-BE49-F238E27FC236}">
                    <a16:creationId xmlns:a16="http://schemas.microsoft.com/office/drawing/2014/main" id="{C5E078A0-718D-474B-9E4C-EB46718FE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211981" name="Group 15">
            <a:extLst>
              <a:ext uri="{FF2B5EF4-FFF2-40B4-BE49-F238E27FC236}">
                <a16:creationId xmlns:a16="http://schemas.microsoft.com/office/drawing/2014/main" id="{246C61B4-2DD0-DC41-8DDB-58BD5215DB8E}"/>
              </a:ext>
            </a:extLst>
          </p:cNvPr>
          <p:cNvGrpSpPr>
            <a:grpSpLocks/>
          </p:cNvGrpSpPr>
          <p:nvPr/>
        </p:nvGrpSpPr>
        <p:grpSpPr bwMode="auto">
          <a:xfrm>
            <a:off x="9231313" y="4368800"/>
            <a:ext cx="990600" cy="731838"/>
            <a:chOff x="7707615" y="4368892"/>
            <a:chExt cx="990551" cy="731635"/>
          </a:xfrm>
        </p:grpSpPr>
        <p:pic>
          <p:nvPicPr>
            <p:cNvPr id="212034" name="Picture 14">
              <a:extLst>
                <a:ext uri="{FF2B5EF4-FFF2-40B4-BE49-F238E27FC236}">
                  <a16:creationId xmlns:a16="http://schemas.microsoft.com/office/drawing/2014/main" id="{8B49AFDD-88BF-0644-9165-905D63288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1833" y="4640202"/>
              <a:ext cx="822008" cy="4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035" name="Group 249">
              <a:extLst>
                <a:ext uri="{FF2B5EF4-FFF2-40B4-BE49-F238E27FC236}">
                  <a16:creationId xmlns:a16="http://schemas.microsoft.com/office/drawing/2014/main" id="{9428D587-7D5E-A643-B7C2-33D002F2E1E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07615" y="4368892"/>
              <a:ext cx="225953" cy="395900"/>
              <a:chOff x="4140" y="429"/>
              <a:chExt cx="1425" cy="2396"/>
            </a:xfrm>
          </p:grpSpPr>
          <p:sp>
            <p:nvSpPr>
              <p:cNvPr id="212102" name="Freeform 250">
                <a:extLst>
                  <a:ext uri="{FF2B5EF4-FFF2-40B4-BE49-F238E27FC236}">
                    <a16:creationId xmlns:a16="http://schemas.microsoft.com/office/drawing/2014/main" id="{AE3FB9AE-64F1-CE4C-93BD-CBDB1EDA6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9 w 354"/>
                  <a:gd name="T1" fmla="*/ 0 h 2742"/>
                  <a:gd name="T2" fmla="*/ 47 w 354"/>
                  <a:gd name="T3" fmla="*/ 66 h 2742"/>
                  <a:gd name="T4" fmla="*/ 46 w 354"/>
                  <a:gd name="T5" fmla="*/ 510 h 2742"/>
                  <a:gd name="T6" fmla="*/ 0 w 354"/>
                  <a:gd name="T7" fmla="*/ 534 h 2742"/>
                  <a:gd name="T8" fmla="*/ 9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971" name="Rectangle 251">
                <a:extLst>
                  <a:ext uri="{FF2B5EF4-FFF2-40B4-BE49-F238E27FC236}">
                    <a16:creationId xmlns:a16="http://schemas.microsoft.com/office/drawing/2014/main" id="{69BF4E0E-3E93-6C45-A153-F5956ABB6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1" cy="227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104" name="Freeform 252">
                <a:extLst>
                  <a:ext uri="{FF2B5EF4-FFF2-40B4-BE49-F238E27FC236}">
                    <a16:creationId xmlns:a16="http://schemas.microsoft.com/office/drawing/2014/main" id="{E8FDBF27-0875-B54D-A203-35B111948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9 w 211"/>
                  <a:gd name="T3" fmla="*/ 43 h 2537"/>
                  <a:gd name="T4" fmla="*/ 2 w 211"/>
                  <a:gd name="T5" fmla="*/ 48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05" name="Freeform 253">
                <a:extLst>
                  <a:ext uri="{FF2B5EF4-FFF2-40B4-BE49-F238E27FC236}">
                    <a16:creationId xmlns:a16="http://schemas.microsoft.com/office/drawing/2014/main" id="{04B3FED4-C9E5-084B-BFDE-FBC238885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5 h 226"/>
                  <a:gd name="T4" fmla="*/ 45 w 328"/>
                  <a:gd name="T5" fmla="*/ 45 h 226"/>
                  <a:gd name="T6" fmla="*/ 0 w 328"/>
                  <a:gd name="T7" fmla="*/ 1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974" name="Rectangle 254">
                <a:extLst>
                  <a:ext uri="{FF2B5EF4-FFF2-40B4-BE49-F238E27FC236}">
                    <a16:creationId xmlns:a16="http://schemas.microsoft.com/office/drawing/2014/main" id="{C103B347-0D35-E648-8B92-D51438E05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688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107" name="Group 255">
                <a:extLst>
                  <a:ext uri="{FF2B5EF4-FFF2-40B4-BE49-F238E27FC236}">
                    <a16:creationId xmlns:a16="http://schemas.microsoft.com/office/drawing/2014/main" id="{6BA830CF-5591-9E42-87E4-7706ACB3FC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00" name="AutoShape 256">
                  <a:extLst>
                    <a:ext uri="{FF2B5EF4-FFF2-40B4-BE49-F238E27FC236}">
                      <a16:creationId xmlns:a16="http://schemas.microsoft.com/office/drawing/2014/main" id="{44C87939-08C0-D24F-8B6B-28CC0BEDA5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" y="2569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01" name="AutoShape 257">
                  <a:extLst>
                    <a:ext uri="{FF2B5EF4-FFF2-40B4-BE49-F238E27FC236}">
                      <a16:creationId xmlns:a16="http://schemas.microsoft.com/office/drawing/2014/main" id="{B98D89D4-9360-984B-B2E0-C8BE02A092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5" y="2587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976" name="Rectangle 258">
                <a:extLst>
                  <a:ext uri="{FF2B5EF4-FFF2-40B4-BE49-F238E27FC236}">
                    <a16:creationId xmlns:a16="http://schemas.microsoft.com/office/drawing/2014/main" id="{9C47E505-2EEC-3F48-91A3-F88B03ED8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5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109" name="Group 259">
                <a:extLst>
                  <a:ext uri="{FF2B5EF4-FFF2-40B4-BE49-F238E27FC236}">
                    <a16:creationId xmlns:a16="http://schemas.microsoft.com/office/drawing/2014/main" id="{B778C37F-D08E-114D-963F-D52DE65878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98" name="AutoShape 260">
                  <a:extLst>
                    <a:ext uri="{FF2B5EF4-FFF2-40B4-BE49-F238E27FC236}">
                      <a16:creationId xmlns:a16="http://schemas.microsoft.com/office/drawing/2014/main" id="{9550A1B1-82EE-7841-9D81-E42FD69375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70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999" name="AutoShape 261">
                  <a:extLst>
                    <a:ext uri="{FF2B5EF4-FFF2-40B4-BE49-F238E27FC236}">
                      <a16:creationId xmlns:a16="http://schemas.microsoft.com/office/drawing/2014/main" id="{2BDF4C6F-6870-1143-B70C-D158AFE7C5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90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978" name="Rectangle 262">
                <a:extLst>
                  <a:ext uri="{FF2B5EF4-FFF2-40B4-BE49-F238E27FC236}">
                    <a16:creationId xmlns:a16="http://schemas.microsoft.com/office/drawing/2014/main" id="{58CCE7C7-9C37-DB41-806E-3AB578456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361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79" name="Rectangle 263">
                <a:extLst>
                  <a:ext uri="{FF2B5EF4-FFF2-40B4-BE49-F238E27FC236}">
                    <a16:creationId xmlns:a16="http://schemas.microsoft.com/office/drawing/2014/main" id="{DBF18367-F728-D847-BD54-067CD14D0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49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112" name="Group 264">
                <a:extLst>
                  <a:ext uri="{FF2B5EF4-FFF2-40B4-BE49-F238E27FC236}">
                    <a16:creationId xmlns:a16="http://schemas.microsoft.com/office/drawing/2014/main" id="{22E148B0-0037-E54C-9F98-077BC4E1BC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96" name="AutoShape 265">
                  <a:extLst>
                    <a:ext uri="{FF2B5EF4-FFF2-40B4-BE49-F238E27FC236}">
                      <a16:creationId xmlns:a16="http://schemas.microsoft.com/office/drawing/2014/main" id="{758460B7-51F1-D94D-B6F3-4A98A312D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0"/>
                  <a:ext cx="711" cy="13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997" name="AutoShape 266">
                  <a:extLst>
                    <a:ext uri="{FF2B5EF4-FFF2-40B4-BE49-F238E27FC236}">
                      <a16:creationId xmlns:a16="http://schemas.microsoft.com/office/drawing/2014/main" id="{B1FE75B0-8411-8E43-BF34-3814B0D1EF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73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12113" name="Freeform 267">
                <a:extLst>
                  <a:ext uri="{FF2B5EF4-FFF2-40B4-BE49-F238E27FC236}">
                    <a16:creationId xmlns:a16="http://schemas.microsoft.com/office/drawing/2014/main" id="{34C14115-826E-C047-A5AC-61450FA59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4 h 226"/>
                  <a:gd name="T4" fmla="*/ 45 w 328"/>
                  <a:gd name="T5" fmla="*/ 43 h 226"/>
                  <a:gd name="T6" fmla="*/ 0 w 328"/>
                  <a:gd name="T7" fmla="*/ 1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14" name="Group 268">
                <a:extLst>
                  <a:ext uri="{FF2B5EF4-FFF2-40B4-BE49-F238E27FC236}">
                    <a16:creationId xmlns:a16="http://schemas.microsoft.com/office/drawing/2014/main" id="{475038A4-EE1A-674A-B169-D29EBCE6A8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94" name="AutoShape 269">
                  <a:extLst>
                    <a:ext uri="{FF2B5EF4-FFF2-40B4-BE49-F238E27FC236}">
                      <a16:creationId xmlns:a16="http://schemas.microsoft.com/office/drawing/2014/main" id="{3EA6A658-1C4E-C347-92D9-308B53694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" y="2544"/>
                  <a:ext cx="723" cy="16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995" name="AutoShape 270">
                  <a:extLst>
                    <a:ext uri="{FF2B5EF4-FFF2-40B4-BE49-F238E27FC236}">
                      <a16:creationId xmlns:a16="http://schemas.microsoft.com/office/drawing/2014/main" id="{303A1AB4-A521-4C46-929C-FE93FAEA70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5" y="2582"/>
                  <a:ext cx="673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983" name="Rectangle 271">
                <a:extLst>
                  <a:ext uri="{FF2B5EF4-FFF2-40B4-BE49-F238E27FC236}">
                    <a16:creationId xmlns:a16="http://schemas.microsoft.com/office/drawing/2014/main" id="{F20799A2-C0C0-BC41-B794-662788F2C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5" y="429"/>
                <a:ext cx="6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116" name="Freeform 272">
                <a:extLst>
                  <a:ext uri="{FF2B5EF4-FFF2-40B4-BE49-F238E27FC236}">
                    <a16:creationId xmlns:a16="http://schemas.microsoft.com/office/drawing/2014/main" id="{D8EB6300-A48F-4842-8305-F21FD306D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0 w 296"/>
                  <a:gd name="T3" fmla="*/ 27 h 256"/>
                  <a:gd name="T4" fmla="*/ 40 w 296"/>
                  <a:gd name="T5" fmla="*/ 49 h 256"/>
                  <a:gd name="T6" fmla="*/ 0 w 296"/>
                  <a:gd name="T7" fmla="*/ 1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17" name="Freeform 273">
                <a:extLst>
                  <a:ext uri="{FF2B5EF4-FFF2-40B4-BE49-F238E27FC236}">
                    <a16:creationId xmlns:a16="http://schemas.microsoft.com/office/drawing/2014/main" id="{5069FF5B-6D12-3E48-8698-D0E32C787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2 w 304"/>
                  <a:gd name="T3" fmla="*/ 32 h 288"/>
                  <a:gd name="T4" fmla="*/ 39 w 304"/>
                  <a:gd name="T5" fmla="*/ 57 h 288"/>
                  <a:gd name="T6" fmla="*/ 2 w 304"/>
                  <a:gd name="T7" fmla="*/ 2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986" name="Oval 274">
                <a:extLst>
                  <a:ext uri="{FF2B5EF4-FFF2-40B4-BE49-F238E27FC236}">
                    <a16:creationId xmlns:a16="http://schemas.microsoft.com/office/drawing/2014/main" id="{AFEF1B60-D4F2-134C-8C57-605795353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119" name="Freeform 275">
                <a:extLst>
                  <a:ext uri="{FF2B5EF4-FFF2-40B4-BE49-F238E27FC236}">
                    <a16:creationId xmlns:a16="http://schemas.microsoft.com/office/drawing/2014/main" id="{0200803D-62FF-4441-B044-371B60B47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21 h 240"/>
                  <a:gd name="T2" fmla="*/ 2 w 306"/>
                  <a:gd name="T3" fmla="*/ 48 h 240"/>
                  <a:gd name="T4" fmla="*/ 42 w 306"/>
                  <a:gd name="T5" fmla="*/ 22 h 240"/>
                  <a:gd name="T6" fmla="*/ 40 w 306"/>
                  <a:gd name="T7" fmla="*/ 0 h 240"/>
                  <a:gd name="T8" fmla="*/ 0 w 306"/>
                  <a:gd name="T9" fmla="*/ 2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988" name="AutoShape 276">
                <a:extLst>
                  <a:ext uri="{FF2B5EF4-FFF2-40B4-BE49-F238E27FC236}">
                    <a16:creationId xmlns:a16="http://schemas.microsoft.com/office/drawing/2014/main" id="{6C7C58BA-3FAC-F540-8627-EF780D622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3" y="2677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89" name="AutoShape 277">
                <a:extLst>
                  <a:ext uri="{FF2B5EF4-FFF2-40B4-BE49-F238E27FC236}">
                    <a16:creationId xmlns:a16="http://schemas.microsoft.com/office/drawing/2014/main" id="{84DCA700-1BB9-6F4F-9BFB-8C71C31C0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05"/>
                <a:ext cx="1071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90" name="Oval 278">
                <a:extLst>
                  <a:ext uri="{FF2B5EF4-FFF2-40B4-BE49-F238E27FC236}">
                    <a16:creationId xmlns:a16="http://schemas.microsoft.com/office/drawing/2014/main" id="{4DB7668B-A53B-204F-B691-E9B86D643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2379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91" name="Oval 279">
                <a:extLst>
                  <a:ext uri="{FF2B5EF4-FFF2-40B4-BE49-F238E27FC236}">
                    <a16:creationId xmlns:a16="http://schemas.microsoft.com/office/drawing/2014/main" id="{734493BB-E4C9-364B-BE72-1ED56D27A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79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92" name="Oval 280">
                <a:extLst>
                  <a:ext uri="{FF2B5EF4-FFF2-40B4-BE49-F238E27FC236}">
                    <a16:creationId xmlns:a16="http://schemas.microsoft.com/office/drawing/2014/main" id="{4FFB10A2-7D14-FB42-81F1-AC7500333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93" name="Rectangle 281">
                <a:extLst>
                  <a:ext uri="{FF2B5EF4-FFF2-40B4-BE49-F238E27FC236}">
                    <a16:creationId xmlns:a16="http://schemas.microsoft.com/office/drawing/2014/main" id="{0C4D4532-5385-5144-B156-410652EF6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1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212036" name="Group 249">
              <a:extLst>
                <a:ext uri="{FF2B5EF4-FFF2-40B4-BE49-F238E27FC236}">
                  <a16:creationId xmlns:a16="http://schemas.microsoft.com/office/drawing/2014/main" id="{4E9454F6-8C78-1B44-A45E-659D47F7104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39866" y="4369199"/>
              <a:ext cx="225953" cy="395900"/>
              <a:chOff x="4140" y="429"/>
              <a:chExt cx="1425" cy="2396"/>
            </a:xfrm>
          </p:grpSpPr>
          <p:sp>
            <p:nvSpPr>
              <p:cNvPr id="212070" name="Freeform 250">
                <a:extLst>
                  <a:ext uri="{FF2B5EF4-FFF2-40B4-BE49-F238E27FC236}">
                    <a16:creationId xmlns:a16="http://schemas.microsoft.com/office/drawing/2014/main" id="{A03C8245-84E8-1547-98F3-D419F0F33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9 w 354"/>
                  <a:gd name="T1" fmla="*/ 0 h 2742"/>
                  <a:gd name="T2" fmla="*/ 47 w 354"/>
                  <a:gd name="T3" fmla="*/ 66 h 2742"/>
                  <a:gd name="T4" fmla="*/ 46 w 354"/>
                  <a:gd name="T5" fmla="*/ 510 h 2742"/>
                  <a:gd name="T6" fmla="*/ 0 w 354"/>
                  <a:gd name="T7" fmla="*/ 534 h 2742"/>
                  <a:gd name="T8" fmla="*/ 9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04" name="Rectangle 251">
                <a:extLst>
                  <a:ext uri="{FF2B5EF4-FFF2-40B4-BE49-F238E27FC236}">
                    <a16:creationId xmlns:a16="http://schemas.microsoft.com/office/drawing/2014/main" id="{D4658AF0-46BC-3C41-9BE0-B3058E157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7"/>
                <a:ext cx="1051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72" name="Freeform 252">
                <a:extLst>
                  <a:ext uri="{FF2B5EF4-FFF2-40B4-BE49-F238E27FC236}">
                    <a16:creationId xmlns:a16="http://schemas.microsoft.com/office/drawing/2014/main" id="{C051241D-9938-2247-81A7-005E60E6A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9 w 211"/>
                  <a:gd name="T3" fmla="*/ 43 h 2537"/>
                  <a:gd name="T4" fmla="*/ 2 w 211"/>
                  <a:gd name="T5" fmla="*/ 48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73" name="Freeform 253">
                <a:extLst>
                  <a:ext uri="{FF2B5EF4-FFF2-40B4-BE49-F238E27FC236}">
                    <a16:creationId xmlns:a16="http://schemas.microsoft.com/office/drawing/2014/main" id="{D1D41A11-05E7-684B-A0AE-EC2C9DD52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5 h 226"/>
                  <a:gd name="T4" fmla="*/ 45 w 328"/>
                  <a:gd name="T5" fmla="*/ 45 h 226"/>
                  <a:gd name="T6" fmla="*/ 0 w 328"/>
                  <a:gd name="T7" fmla="*/ 1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07" name="Rectangle 254">
                <a:extLst>
                  <a:ext uri="{FF2B5EF4-FFF2-40B4-BE49-F238E27FC236}">
                    <a16:creationId xmlns:a16="http://schemas.microsoft.com/office/drawing/2014/main" id="{CDB6110C-F2A9-2A42-A814-225C606AF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696"/>
                <a:ext cx="60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75" name="Group 255">
                <a:extLst>
                  <a:ext uri="{FF2B5EF4-FFF2-40B4-BE49-F238E27FC236}">
                    <a16:creationId xmlns:a16="http://schemas.microsoft.com/office/drawing/2014/main" id="{4AA01198-881E-674B-8D85-89B4A423F0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33" name="AutoShape 256">
                  <a:extLst>
                    <a:ext uri="{FF2B5EF4-FFF2-40B4-BE49-F238E27FC236}">
                      <a16:creationId xmlns:a16="http://schemas.microsoft.com/office/drawing/2014/main" id="{68DC4A52-F420-DE43-A08E-43238B4C5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34" name="AutoShape 257">
                  <a:extLst>
                    <a:ext uri="{FF2B5EF4-FFF2-40B4-BE49-F238E27FC236}">
                      <a16:creationId xmlns:a16="http://schemas.microsoft.com/office/drawing/2014/main" id="{1F90C38E-6529-6D43-AF3F-FCF2C2726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86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09" name="Rectangle 258">
                <a:extLst>
                  <a:ext uri="{FF2B5EF4-FFF2-40B4-BE49-F238E27FC236}">
                    <a16:creationId xmlns:a16="http://schemas.microsoft.com/office/drawing/2014/main" id="{A6C50548-B5A8-DD41-960F-934AB506C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23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77" name="Group 259">
                <a:extLst>
                  <a:ext uri="{FF2B5EF4-FFF2-40B4-BE49-F238E27FC236}">
                    <a16:creationId xmlns:a16="http://schemas.microsoft.com/office/drawing/2014/main" id="{B50052D3-6E51-A24F-8DA6-1A1FB1E76A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31" name="AutoShape 260">
                  <a:extLst>
                    <a:ext uri="{FF2B5EF4-FFF2-40B4-BE49-F238E27FC236}">
                      <a16:creationId xmlns:a16="http://schemas.microsoft.com/office/drawing/2014/main" id="{F197C4B6-E0DE-F849-B48E-BCEE5E7A92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32" name="AutoShape 261">
                  <a:extLst>
                    <a:ext uri="{FF2B5EF4-FFF2-40B4-BE49-F238E27FC236}">
                      <a16:creationId xmlns:a16="http://schemas.microsoft.com/office/drawing/2014/main" id="{93DD5F29-0A86-D349-B160-42359A1BEF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8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11" name="Rectangle 262">
                <a:extLst>
                  <a:ext uri="{FF2B5EF4-FFF2-40B4-BE49-F238E27FC236}">
                    <a16:creationId xmlns:a16="http://schemas.microsoft.com/office/drawing/2014/main" id="{2CEEAE7B-F0C2-3741-812C-E68B25F42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9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12" name="Rectangle 263">
                <a:extLst>
                  <a:ext uri="{FF2B5EF4-FFF2-40B4-BE49-F238E27FC236}">
                    <a16:creationId xmlns:a16="http://schemas.microsoft.com/office/drawing/2014/main" id="{D214CDE3-D2A8-274C-8077-E1A2A229E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80" name="Group 264">
                <a:extLst>
                  <a:ext uri="{FF2B5EF4-FFF2-40B4-BE49-F238E27FC236}">
                    <a16:creationId xmlns:a16="http://schemas.microsoft.com/office/drawing/2014/main" id="{6E439FEA-F5FC-3B4E-9319-CE3BAECB55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29" name="AutoShape 265">
                  <a:extLst>
                    <a:ext uri="{FF2B5EF4-FFF2-40B4-BE49-F238E27FC236}">
                      <a16:creationId xmlns:a16="http://schemas.microsoft.com/office/drawing/2014/main" id="{C9355DB6-C6B8-FF44-B122-7F1B0154A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11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30" name="AutoShape 266">
                  <a:extLst>
                    <a:ext uri="{FF2B5EF4-FFF2-40B4-BE49-F238E27FC236}">
                      <a16:creationId xmlns:a16="http://schemas.microsoft.com/office/drawing/2014/main" id="{49670351-9F5F-4D49-B71A-D4248C3860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7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12081" name="Freeform 267">
                <a:extLst>
                  <a:ext uri="{FF2B5EF4-FFF2-40B4-BE49-F238E27FC236}">
                    <a16:creationId xmlns:a16="http://schemas.microsoft.com/office/drawing/2014/main" id="{8C813492-9EA7-3A44-9D0E-5EE281C2F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4 h 226"/>
                  <a:gd name="T4" fmla="*/ 45 w 328"/>
                  <a:gd name="T5" fmla="*/ 43 h 226"/>
                  <a:gd name="T6" fmla="*/ 0 w 328"/>
                  <a:gd name="T7" fmla="*/ 1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82" name="Group 268">
                <a:extLst>
                  <a:ext uri="{FF2B5EF4-FFF2-40B4-BE49-F238E27FC236}">
                    <a16:creationId xmlns:a16="http://schemas.microsoft.com/office/drawing/2014/main" id="{401906C0-A649-EA4C-AD29-60A7328EF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27" name="AutoShape 269">
                  <a:extLst>
                    <a:ext uri="{FF2B5EF4-FFF2-40B4-BE49-F238E27FC236}">
                      <a16:creationId xmlns:a16="http://schemas.microsoft.com/office/drawing/2014/main" id="{6D630F50-E03D-D54B-AD8B-C27CDE09FD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1"/>
                  <a:ext cx="76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28" name="AutoShape 270">
                  <a:extLst>
                    <a:ext uri="{FF2B5EF4-FFF2-40B4-BE49-F238E27FC236}">
                      <a16:creationId xmlns:a16="http://schemas.microsoft.com/office/drawing/2014/main" id="{3017E51C-7609-2E48-8538-5848C4124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2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16" name="Rectangle 271">
                <a:extLst>
                  <a:ext uri="{FF2B5EF4-FFF2-40B4-BE49-F238E27FC236}">
                    <a16:creationId xmlns:a16="http://schemas.microsoft.com/office/drawing/2014/main" id="{651B996A-729D-A14F-9266-27B9137CB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7"/>
                <a:ext cx="70" cy="229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84" name="Freeform 272">
                <a:extLst>
                  <a:ext uri="{FF2B5EF4-FFF2-40B4-BE49-F238E27FC236}">
                    <a16:creationId xmlns:a16="http://schemas.microsoft.com/office/drawing/2014/main" id="{6B82CA0B-96B1-5C4F-BD88-422C7BF99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0 w 296"/>
                  <a:gd name="T3" fmla="*/ 27 h 256"/>
                  <a:gd name="T4" fmla="*/ 40 w 296"/>
                  <a:gd name="T5" fmla="*/ 49 h 256"/>
                  <a:gd name="T6" fmla="*/ 0 w 296"/>
                  <a:gd name="T7" fmla="*/ 1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85" name="Freeform 273">
                <a:extLst>
                  <a:ext uri="{FF2B5EF4-FFF2-40B4-BE49-F238E27FC236}">
                    <a16:creationId xmlns:a16="http://schemas.microsoft.com/office/drawing/2014/main" id="{45542DB4-486A-8545-8B5E-F0F0A3148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2 w 304"/>
                  <a:gd name="T3" fmla="*/ 32 h 288"/>
                  <a:gd name="T4" fmla="*/ 39 w 304"/>
                  <a:gd name="T5" fmla="*/ 57 h 288"/>
                  <a:gd name="T6" fmla="*/ 2 w 304"/>
                  <a:gd name="T7" fmla="*/ 2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19" name="Oval 274">
                <a:extLst>
                  <a:ext uri="{FF2B5EF4-FFF2-40B4-BE49-F238E27FC236}">
                    <a16:creationId xmlns:a16="http://schemas.microsoft.com/office/drawing/2014/main" id="{435B7EFD-D157-2C4F-8DF0-32699F988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7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87" name="Freeform 275">
                <a:extLst>
                  <a:ext uri="{FF2B5EF4-FFF2-40B4-BE49-F238E27FC236}">
                    <a16:creationId xmlns:a16="http://schemas.microsoft.com/office/drawing/2014/main" id="{91EEEC1B-222B-2041-8B74-71DB51088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21 h 240"/>
                  <a:gd name="T2" fmla="*/ 2 w 306"/>
                  <a:gd name="T3" fmla="*/ 48 h 240"/>
                  <a:gd name="T4" fmla="*/ 42 w 306"/>
                  <a:gd name="T5" fmla="*/ 22 h 240"/>
                  <a:gd name="T6" fmla="*/ 40 w 306"/>
                  <a:gd name="T7" fmla="*/ 0 h 240"/>
                  <a:gd name="T8" fmla="*/ 0 w 306"/>
                  <a:gd name="T9" fmla="*/ 2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21" name="AutoShape 276">
                <a:extLst>
                  <a:ext uri="{FF2B5EF4-FFF2-40B4-BE49-F238E27FC236}">
                    <a16:creationId xmlns:a16="http://schemas.microsoft.com/office/drawing/2014/main" id="{2E4D5386-12FD-904A-A597-3248471B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6" y="2684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2" name="AutoShape 277">
                <a:extLst>
                  <a:ext uri="{FF2B5EF4-FFF2-40B4-BE49-F238E27FC236}">
                    <a16:creationId xmlns:a16="http://schemas.microsoft.com/office/drawing/2014/main" id="{405DC85D-D545-9549-815B-7EF5CE6A7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3"/>
                <a:ext cx="1071" cy="8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3" name="Oval 278">
                <a:extLst>
                  <a:ext uri="{FF2B5EF4-FFF2-40B4-BE49-F238E27FC236}">
                    <a16:creationId xmlns:a16="http://schemas.microsoft.com/office/drawing/2014/main" id="{E7D84189-0B0B-2344-A5F0-0C10C7C10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7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4" name="Oval 279">
                <a:extLst>
                  <a:ext uri="{FF2B5EF4-FFF2-40B4-BE49-F238E27FC236}">
                    <a16:creationId xmlns:a16="http://schemas.microsoft.com/office/drawing/2014/main" id="{5EAF772E-478C-8E4A-93CB-26B379E18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7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5" name="Oval 280">
                <a:extLst>
                  <a:ext uri="{FF2B5EF4-FFF2-40B4-BE49-F238E27FC236}">
                    <a16:creationId xmlns:a16="http://schemas.microsoft.com/office/drawing/2014/main" id="{27AE0AC9-B7B9-4E40-B5F3-DEC4F7D4D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87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6" name="Rectangle 281">
                <a:extLst>
                  <a:ext uri="{FF2B5EF4-FFF2-40B4-BE49-F238E27FC236}">
                    <a16:creationId xmlns:a16="http://schemas.microsoft.com/office/drawing/2014/main" id="{FBC56F80-E750-304F-95F3-C043C627A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8" y="1839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212037" name="Group 249">
              <a:extLst>
                <a:ext uri="{FF2B5EF4-FFF2-40B4-BE49-F238E27FC236}">
                  <a16:creationId xmlns:a16="http://schemas.microsoft.com/office/drawing/2014/main" id="{063CADA8-4BAC-AB4C-87C1-F68FF3A8BFF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472213" y="4384408"/>
              <a:ext cx="225953" cy="395900"/>
              <a:chOff x="4140" y="429"/>
              <a:chExt cx="1425" cy="2396"/>
            </a:xfrm>
          </p:grpSpPr>
          <p:sp>
            <p:nvSpPr>
              <p:cNvPr id="212038" name="Freeform 250">
                <a:extLst>
                  <a:ext uri="{FF2B5EF4-FFF2-40B4-BE49-F238E27FC236}">
                    <a16:creationId xmlns:a16="http://schemas.microsoft.com/office/drawing/2014/main" id="{83609DD9-788C-B34B-A84D-5AF80A7E8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9 w 354"/>
                  <a:gd name="T1" fmla="*/ 0 h 2742"/>
                  <a:gd name="T2" fmla="*/ 47 w 354"/>
                  <a:gd name="T3" fmla="*/ 66 h 2742"/>
                  <a:gd name="T4" fmla="*/ 46 w 354"/>
                  <a:gd name="T5" fmla="*/ 510 h 2742"/>
                  <a:gd name="T6" fmla="*/ 0 w 354"/>
                  <a:gd name="T7" fmla="*/ 534 h 2742"/>
                  <a:gd name="T8" fmla="*/ 9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37" name="Rectangle 251">
                <a:extLst>
                  <a:ext uri="{FF2B5EF4-FFF2-40B4-BE49-F238E27FC236}">
                    <a16:creationId xmlns:a16="http://schemas.microsoft.com/office/drawing/2014/main" id="{9A83466C-E4FD-704C-B5A3-73372A72E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0" y="431"/>
                <a:ext cx="1051" cy="227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40" name="Freeform 252">
                <a:extLst>
                  <a:ext uri="{FF2B5EF4-FFF2-40B4-BE49-F238E27FC236}">
                    <a16:creationId xmlns:a16="http://schemas.microsoft.com/office/drawing/2014/main" id="{6B912C6A-CA11-6241-B86E-7D90B7966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9 w 211"/>
                  <a:gd name="T3" fmla="*/ 43 h 2537"/>
                  <a:gd name="T4" fmla="*/ 2 w 211"/>
                  <a:gd name="T5" fmla="*/ 48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41" name="Freeform 253">
                <a:extLst>
                  <a:ext uri="{FF2B5EF4-FFF2-40B4-BE49-F238E27FC236}">
                    <a16:creationId xmlns:a16="http://schemas.microsoft.com/office/drawing/2014/main" id="{4EF65B28-986F-2941-82BF-82235F3C0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5 h 226"/>
                  <a:gd name="T4" fmla="*/ 45 w 328"/>
                  <a:gd name="T5" fmla="*/ 45 h 226"/>
                  <a:gd name="T6" fmla="*/ 0 w 328"/>
                  <a:gd name="T7" fmla="*/ 1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40" name="Rectangle 254">
                <a:extLst>
                  <a:ext uri="{FF2B5EF4-FFF2-40B4-BE49-F238E27FC236}">
                    <a16:creationId xmlns:a16="http://schemas.microsoft.com/office/drawing/2014/main" id="{2E0706E9-4632-5147-9763-45281A5F5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43" name="Group 255">
                <a:extLst>
                  <a:ext uri="{FF2B5EF4-FFF2-40B4-BE49-F238E27FC236}">
                    <a16:creationId xmlns:a16="http://schemas.microsoft.com/office/drawing/2014/main" id="{AFDA2183-F275-5945-8D00-53B62203DF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66" name="AutoShape 256">
                  <a:extLst>
                    <a:ext uri="{FF2B5EF4-FFF2-40B4-BE49-F238E27FC236}">
                      <a16:creationId xmlns:a16="http://schemas.microsoft.com/office/drawing/2014/main" id="{6771E5BD-9EAE-334D-A62A-489F0A6F3B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1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67" name="AutoShape 257">
                  <a:extLst>
                    <a:ext uri="{FF2B5EF4-FFF2-40B4-BE49-F238E27FC236}">
                      <a16:creationId xmlns:a16="http://schemas.microsoft.com/office/drawing/2014/main" id="{EDB32EF2-BB3C-FA43-98D2-E17A7C0B29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90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42" name="Rectangle 258">
                <a:extLst>
                  <a:ext uri="{FF2B5EF4-FFF2-40B4-BE49-F238E27FC236}">
                    <a16:creationId xmlns:a16="http://schemas.microsoft.com/office/drawing/2014/main" id="{BC61EC3E-F484-3D44-8AB5-E7A307F17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17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45" name="Group 259">
                <a:extLst>
                  <a:ext uri="{FF2B5EF4-FFF2-40B4-BE49-F238E27FC236}">
                    <a16:creationId xmlns:a16="http://schemas.microsoft.com/office/drawing/2014/main" id="{59D9A9D5-9943-2D41-B20D-6F38276B0D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64" name="AutoShape 260">
                  <a:extLst>
                    <a:ext uri="{FF2B5EF4-FFF2-40B4-BE49-F238E27FC236}">
                      <a16:creationId xmlns:a16="http://schemas.microsoft.com/office/drawing/2014/main" id="{8D06F510-A5A6-DE4C-9A08-7E75EB9E60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1" y="2572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65" name="AutoShape 261">
                  <a:extLst>
                    <a:ext uri="{FF2B5EF4-FFF2-40B4-BE49-F238E27FC236}">
                      <a16:creationId xmlns:a16="http://schemas.microsoft.com/office/drawing/2014/main" id="{8FF0110B-B100-9542-B3BF-7AA2C9E42D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4" y="2592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44" name="Rectangle 262">
                <a:extLst>
                  <a:ext uri="{FF2B5EF4-FFF2-40B4-BE49-F238E27FC236}">
                    <a16:creationId xmlns:a16="http://schemas.microsoft.com/office/drawing/2014/main" id="{3DC50D41-35CD-1341-A6D5-D950C8EDB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63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45" name="Rectangle 263">
                <a:extLst>
                  <a:ext uri="{FF2B5EF4-FFF2-40B4-BE49-F238E27FC236}">
                    <a16:creationId xmlns:a16="http://schemas.microsoft.com/office/drawing/2014/main" id="{7337A979-AD5D-9D44-B53F-15B562751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1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48" name="Group 264">
                <a:extLst>
                  <a:ext uri="{FF2B5EF4-FFF2-40B4-BE49-F238E27FC236}">
                    <a16:creationId xmlns:a16="http://schemas.microsoft.com/office/drawing/2014/main" id="{941F8FDA-8D7F-2346-A6C2-6EA10A4250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62" name="AutoShape 265">
                  <a:extLst>
                    <a:ext uri="{FF2B5EF4-FFF2-40B4-BE49-F238E27FC236}">
                      <a16:creationId xmlns:a16="http://schemas.microsoft.com/office/drawing/2014/main" id="{EECF23DE-461B-6144-AED7-04E1E12852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2"/>
                  <a:ext cx="686" cy="13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63" name="AutoShape 266">
                  <a:extLst>
                    <a:ext uri="{FF2B5EF4-FFF2-40B4-BE49-F238E27FC236}">
                      <a16:creationId xmlns:a16="http://schemas.microsoft.com/office/drawing/2014/main" id="{0A68C799-922E-B342-9C3E-D7370E6F62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90"/>
                  <a:ext cx="648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12049" name="Freeform 267">
                <a:extLst>
                  <a:ext uri="{FF2B5EF4-FFF2-40B4-BE49-F238E27FC236}">
                    <a16:creationId xmlns:a16="http://schemas.microsoft.com/office/drawing/2014/main" id="{936DB453-D72B-EF48-B4DE-1F4AA2CB6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4 h 226"/>
                  <a:gd name="T4" fmla="*/ 45 w 328"/>
                  <a:gd name="T5" fmla="*/ 43 h 226"/>
                  <a:gd name="T6" fmla="*/ 0 w 328"/>
                  <a:gd name="T7" fmla="*/ 1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50" name="Group 268">
                <a:extLst>
                  <a:ext uri="{FF2B5EF4-FFF2-40B4-BE49-F238E27FC236}">
                    <a16:creationId xmlns:a16="http://schemas.microsoft.com/office/drawing/2014/main" id="{C294DBB1-7698-5440-AE7E-BC967A3440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60" name="AutoShape 269">
                  <a:extLst>
                    <a:ext uri="{FF2B5EF4-FFF2-40B4-BE49-F238E27FC236}">
                      <a16:creationId xmlns:a16="http://schemas.microsoft.com/office/drawing/2014/main" id="{1C28E9A7-7F8C-7448-8072-16825BD7A1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3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61" name="AutoShape 270">
                  <a:extLst>
                    <a:ext uri="{FF2B5EF4-FFF2-40B4-BE49-F238E27FC236}">
                      <a16:creationId xmlns:a16="http://schemas.microsoft.com/office/drawing/2014/main" id="{F487AB71-1F45-EB49-A690-2C22A7507D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5"/>
                  <a:ext cx="686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49" name="Rectangle 271">
                <a:extLst>
                  <a:ext uri="{FF2B5EF4-FFF2-40B4-BE49-F238E27FC236}">
                    <a16:creationId xmlns:a16="http://schemas.microsoft.com/office/drawing/2014/main" id="{72F89151-6238-B74D-867E-21A9ECE3B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1" y="431"/>
                <a:ext cx="6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52" name="Freeform 272">
                <a:extLst>
                  <a:ext uri="{FF2B5EF4-FFF2-40B4-BE49-F238E27FC236}">
                    <a16:creationId xmlns:a16="http://schemas.microsoft.com/office/drawing/2014/main" id="{2D301E59-F089-F146-9D78-8606C4C6E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0 w 296"/>
                  <a:gd name="T3" fmla="*/ 27 h 256"/>
                  <a:gd name="T4" fmla="*/ 40 w 296"/>
                  <a:gd name="T5" fmla="*/ 49 h 256"/>
                  <a:gd name="T6" fmla="*/ 0 w 296"/>
                  <a:gd name="T7" fmla="*/ 1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53" name="Freeform 273">
                <a:extLst>
                  <a:ext uri="{FF2B5EF4-FFF2-40B4-BE49-F238E27FC236}">
                    <a16:creationId xmlns:a16="http://schemas.microsoft.com/office/drawing/2014/main" id="{58EE3F91-4AF5-C142-BEAE-95FF763AA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2 w 304"/>
                  <a:gd name="T3" fmla="*/ 32 h 288"/>
                  <a:gd name="T4" fmla="*/ 39 w 304"/>
                  <a:gd name="T5" fmla="*/ 57 h 288"/>
                  <a:gd name="T6" fmla="*/ 2 w 304"/>
                  <a:gd name="T7" fmla="*/ 2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52" name="Oval 274">
                <a:extLst>
                  <a:ext uri="{FF2B5EF4-FFF2-40B4-BE49-F238E27FC236}">
                    <a16:creationId xmlns:a16="http://schemas.microsoft.com/office/drawing/2014/main" id="{1DBFAAB7-01C0-0142-B148-67BAAC23F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2" y="2611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55" name="Freeform 275">
                <a:extLst>
                  <a:ext uri="{FF2B5EF4-FFF2-40B4-BE49-F238E27FC236}">
                    <a16:creationId xmlns:a16="http://schemas.microsoft.com/office/drawing/2014/main" id="{6A788E83-B9AD-684D-9098-48CAC937A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21 h 240"/>
                  <a:gd name="T2" fmla="*/ 2 w 306"/>
                  <a:gd name="T3" fmla="*/ 48 h 240"/>
                  <a:gd name="T4" fmla="*/ 42 w 306"/>
                  <a:gd name="T5" fmla="*/ 22 h 240"/>
                  <a:gd name="T6" fmla="*/ 40 w 306"/>
                  <a:gd name="T7" fmla="*/ 0 h 240"/>
                  <a:gd name="T8" fmla="*/ 0 w 306"/>
                  <a:gd name="T9" fmla="*/ 2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54" name="AutoShape 276">
                <a:extLst>
                  <a:ext uri="{FF2B5EF4-FFF2-40B4-BE49-F238E27FC236}">
                    <a16:creationId xmlns:a16="http://schemas.microsoft.com/office/drawing/2014/main" id="{3B10DC55-A939-5F48-BD8F-218473E0B9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5" name="AutoShape 277">
                <a:extLst>
                  <a:ext uri="{FF2B5EF4-FFF2-40B4-BE49-F238E27FC236}">
                    <a16:creationId xmlns:a16="http://schemas.microsoft.com/office/drawing/2014/main" id="{21263D7D-4294-5148-B3A9-27122535A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0" y="2708"/>
                <a:ext cx="1071" cy="8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6" name="Oval 278">
                <a:extLst>
                  <a:ext uri="{FF2B5EF4-FFF2-40B4-BE49-F238E27FC236}">
                    <a16:creationId xmlns:a16="http://schemas.microsoft.com/office/drawing/2014/main" id="{43CCDDD0-BFF9-884C-91C4-A05681D8C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1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7" name="Oval 279">
                <a:extLst>
                  <a:ext uri="{FF2B5EF4-FFF2-40B4-BE49-F238E27FC236}">
                    <a16:creationId xmlns:a16="http://schemas.microsoft.com/office/drawing/2014/main" id="{797CAFF6-2540-2A43-A7EB-6DC214987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0" y="2381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8" name="Oval 280">
                <a:extLst>
                  <a:ext uri="{FF2B5EF4-FFF2-40B4-BE49-F238E27FC236}">
                    <a16:creationId xmlns:a16="http://schemas.microsoft.com/office/drawing/2014/main" id="{4BB328AC-52B7-0E49-B39E-D6076BDE8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1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9" name="Rectangle 281">
                <a:extLst>
                  <a:ext uri="{FF2B5EF4-FFF2-40B4-BE49-F238E27FC236}">
                    <a16:creationId xmlns:a16="http://schemas.microsoft.com/office/drawing/2014/main" id="{E9E2B2D4-67FA-DD44-B88A-D47E4481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3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ECF8F42F-4B0B-EE47-8918-77C7BC282FB3}"/>
              </a:ext>
            </a:extLst>
          </p:cNvPr>
          <p:cNvGrpSpPr>
            <a:grpSpLocks/>
          </p:cNvGrpSpPr>
          <p:nvPr/>
        </p:nvGrpSpPr>
        <p:grpSpPr bwMode="auto">
          <a:xfrm>
            <a:off x="8710613" y="5734050"/>
            <a:ext cx="347662" cy="681038"/>
            <a:chOff x="7923189" y="2486664"/>
            <a:chExt cx="360377" cy="884585"/>
          </a:xfrm>
        </p:grpSpPr>
        <p:pic>
          <p:nvPicPr>
            <p:cNvPr id="212000" name="Picture 3">
              <a:extLst>
                <a:ext uri="{FF2B5EF4-FFF2-40B4-BE49-F238E27FC236}">
                  <a16:creationId xmlns:a16="http://schemas.microsoft.com/office/drawing/2014/main" id="{1C58FD28-176F-A34A-9878-C60238838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001" name="Group 950">
              <a:extLst>
                <a:ext uri="{FF2B5EF4-FFF2-40B4-BE49-F238E27FC236}">
                  <a16:creationId xmlns:a16="http://schemas.microsoft.com/office/drawing/2014/main" id="{38988D6D-0BB2-0846-9D57-DEE7A2D04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002" name="Freeform 951">
                <a:extLst>
                  <a:ext uri="{FF2B5EF4-FFF2-40B4-BE49-F238E27FC236}">
                    <a16:creationId xmlns:a16="http://schemas.microsoft.com/office/drawing/2014/main" id="{B75B1ABA-52FC-B043-9608-0D224DBCA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03" name="Rectangle 952">
                <a:extLst>
                  <a:ext uri="{FF2B5EF4-FFF2-40B4-BE49-F238E27FC236}">
                    <a16:creationId xmlns:a16="http://schemas.microsoft.com/office/drawing/2014/main" id="{FD560CD9-2687-F741-8045-AFDB9C46B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04" name="Freeform 953">
                <a:extLst>
                  <a:ext uri="{FF2B5EF4-FFF2-40B4-BE49-F238E27FC236}">
                    <a16:creationId xmlns:a16="http://schemas.microsoft.com/office/drawing/2014/main" id="{F60A9E66-2B31-274F-A9F4-7AE7CEBC4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05" name="Freeform 954">
                <a:extLst>
                  <a:ext uri="{FF2B5EF4-FFF2-40B4-BE49-F238E27FC236}">
                    <a16:creationId xmlns:a16="http://schemas.microsoft.com/office/drawing/2014/main" id="{0ECC682E-80A9-664A-B2F9-3809C6B66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06" name="Rectangle 955">
                <a:extLst>
                  <a:ext uri="{FF2B5EF4-FFF2-40B4-BE49-F238E27FC236}">
                    <a16:creationId xmlns:a16="http://schemas.microsoft.com/office/drawing/2014/main" id="{F6363B5D-801C-0745-A1DF-15E7CB71E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07" name="Group 956">
                <a:extLst>
                  <a:ext uri="{FF2B5EF4-FFF2-40B4-BE49-F238E27FC236}">
                    <a16:creationId xmlns:a16="http://schemas.microsoft.com/office/drawing/2014/main" id="{AFFFB009-5079-FF4D-A514-D86A36D905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032" name="AutoShape 957">
                  <a:extLst>
                    <a:ext uri="{FF2B5EF4-FFF2-40B4-BE49-F238E27FC236}">
                      <a16:creationId xmlns:a16="http://schemas.microsoft.com/office/drawing/2014/main" id="{392483AB-DC02-2A41-962B-95AC6D66FB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033" name="AutoShape 958">
                  <a:extLst>
                    <a:ext uri="{FF2B5EF4-FFF2-40B4-BE49-F238E27FC236}">
                      <a16:creationId xmlns:a16="http://schemas.microsoft.com/office/drawing/2014/main" id="{4D194528-5F6A-564B-8E3C-7F849D4B12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008" name="Rectangle 959">
                <a:extLst>
                  <a:ext uri="{FF2B5EF4-FFF2-40B4-BE49-F238E27FC236}">
                    <a16:creationId xmlns:a16="http://schemas.microsoft.com/office/drawing/2014/main" id="{EFB28CCD-CE52-2849-8E9F-099A7003A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09" name="Group 960">
                <a:extLst>
                  <a:ext uri="{FF2B5EF4-FFF2-40B4-BE49-F238E27FC236}">
                    <a16:creationId xmlns:a16="http://schemas.microsoft.com/office/drawing/2014/main" id="{0318F76E-4991-6A48-BA2E-BA8E46990C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030" name="AutoShape 961">
                  <a:extLst>
                    <a:ext uri="{FF2B5EF4-FFF2-40B4-BE49-F238E27FC236}">
                      <a16:creationId xmlns:a16="http://schemas.microsoft.com/office/drawing/2014/main" id="{A2B7EE78-B743-F742-8B2F-EC7FBB16DF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031" name="AutoShape 962">
                  <a:extLst>
                    <a:ext uri="{FF2B5EF4-FFF2-40B4-BE49-F238E27FC236}">
                      <a16:creationId xmlns:a16="http://schemas.microsoft.com/office/drawing/2014/main" id="{2A79FF57-2C38-304A-B360-02B7836D6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010" name="Rectangle 963">
                <a:extLst>
                  <a:ext uri="{FF2B5EF4-FFF2-40B4-BE49-F238E27FC236}">
                    <a16:creationId xmlns:a16="http://schemas.microsoft.com/office/drawing/2014/main" id="{6592F3BD-D910-6142-A498-11CB54CD4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1" name="Rectangle 964">
                <a:extLst>
                  <a:ext uri="{FF2B5EF4-FFF2-40B4-BE49-F238E27FC236}">
                    <a16:creationId xmlns:a16="http://schemas.microsoft.com/office/drawing/2014/main" id="{563B9000-6C65-DB4B-9E12-6CCE3EF8D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12" name="Group 965">
                <a:extLst>
                  <a:ext uri="{FF2B5EF4-FFF2-40B4-BE49-F238E27FC236}">
                    <a16:creationId xmlns:a16="http://schemas.microsoft.com/office/drawing/2014/main" id="{53621790-3635-2346-B3E7-A68A9275BA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028" name="AutoShape 966">
                  <a:extLst>
                    <a:ext uri="{FF2B5EF4-FFF2-40B4-BE49-F238E27FC236}">
                      <a16:creationId xmlns:a16="http://schemas.microsoft.com/office/drawing/2014/main" id="{8A245C7D-4DEA-A346-BF1B-C7C292B106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029" name="AutoShape 967">
                  <a:extLst>
                    <a:ext uri="{FF2B5EF4-FFF2-40B4-BE49-F238E27FC236}">
                      <a16:creationId xmlns:a16="http://schemas.microsoft.com/office/drawing/2014/main" id="{94A055E6-A46A-4249-BCFD-3019F44F37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013" name="Freeform 968">
                <a:extLst>
                  <a:ext uri="{FF2B5EF4-FFF2-40B4-BE49-F238E27FC236}">
                    <a16:creationId xmlns:a16="http://schemas.microsoft.com/office/drawing/2014/main" id="{D6373BFE-9A2A-9E4F-ADE9-1D8ACBE45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14" name="Group 969">
                <a:extLst>
                  <a:ext uri="{FF2B5EF4-FFF2-40B4-BE49-F238E27FC236}">
                    <a16:creationId xmlns:a16="http://schemas.microsoft.com/office/drawing/2014/main" id="{DE9BEAC1-7B89-2944-A44D-E7DB0D7614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026" name="AutoShape 970">
                  <a:extLst>
                    <a:ext uri="{FF2B5EF4-FFF2-40B4-BE49-F238E27FC236}">
                      <a16:creationId xmlns:a16="http://schemas.microsoft.com/office/drawing/2014/main" id="{CF59CCD8-E595-4E42-855D-D91D9BCB34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027" name="AutoShape 971">
                  <a:extLst>
                    <a:ext uri="{FF2B5EF4-FFF2-40B4-BE49-F238E27FC236}">
                      <a16:creationId xmlns:a16="http://schemas.microsoft.com/office/drawing/2014/main" id="{463C2AF6-3EE5-B94F-A53F-DA988F695A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015" name="Rectangle 972">
                <a:extLst>
                  <a:ext uri="{FF2B5EF4-FFF2-40B4-BE49-F238E27FC236}">
                    <a16:creationId xmlns:a16="http://schemas.microsoft.com/office/drawing/2014/main" id="{E264C2EF-580A-0B47-9963-02E194A52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6" name="Freeform 973">
                <a:extLst>
                  <a:ext uri="{FF2B5EF4-FFF2-40B4-BE49-F238E27FC236}">
                    <a16:creationId xmlns:a16="http://schemas.microsoft.com/office/drawing/2014/main" id="{811E20A3-FF5B-F547-9AA2-28EE1671E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7" name="Freeform 974">
                <a:extLst>
                  <a:ext uri="{FF2B5EF4-FFF2-40B4-BE49-F238E27FC236}">
                    <a16:creationId xmlns:a16="http://schemas.microsoft.com/office/drawing/2014/main" id="{78C55B6D-9FAA-3A49-A027-B2EC6C0DD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8" name="Oval 975">
                <a:extLst>
                  <a:ext uri="{FF2B5EF4-FFF2-40B4-BE49-F238E27FC236}">
                    <a16:creationId xmlns:a16="http://schemas.microsoft.com/office/drawing/2014/main" id="{B3CCC850-2704-704A-96F9-42E78A493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9" name="Freeform 976">
                <a:extLst>
                  <a:ext uri="{FF2B5EF4-FFF2-40B4-BE49-F238E27FC236}">
                    <a16:creationId xmlns:a16="http://schemas.microsoft.com/office/drawing/2014/main" id="{29EAE530-0285-8147-B69A-8802B8463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0" name="AutoShape 977">
                <a:extLst>
                  <a:ext uri="{FF2B5EF4-FFF2-40B4-BE49-F238E27FC236}">
                    <a16:creationId xmlns:a16="http://schemas.microsoft.com/office/drawing/2014/main" id="{86022980-C111-C14C-BC74-15BE5A0F9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1" name="AutoShape 978">
                <a:extLst>
                  <a:ext uri="{FF2B5EF4-FFF2-40B4-BE49-F238E27FC236}">
                    <a16:creationId xmlns:a16="http://schemas.microsoft.com/office/drawing/2014/main" id="{2A511823-DED3-2747-9713-71D6036B7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2" name="Oval 979">
                <a:extLst>
                  <a:ext uri="{FF2B5EF4-FFF2-40B4-BE49-F238E27FC236}">
                    <a16:creationId xmlns:a16="http://schemas.microsoft.com/office/drawing/2014/main" id="{782FCD42-797F-EF44-881F-939D4B842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3" name="Oval 980">
                <a:extLst>
                  <a:ext uri="{FF2B5EF4-FFF2-40B4-BE49-F238E27FC236}">
                    <a16:creationId xmlns:a16="http://schemas.microsoft.com/office/drawing/2014/main" id="{15EB52E1-99F3-F949-8E2B-4AF186BD8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4" name="Oval 981">
                <a:extLst>
                  <a:ext uri="{FF2B5EF4-FFF2-40B4-BE49-F238E27FC236}">
                    <a16:creationId xmlns:a16="http://schemas.microsoft.com/office/drawing/2014/main" id="{7D0BA5EC-A7D4-AB40-A9F6-0CF2C1F2A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5" name="Rectangle 982">
                <a:extLst>
                  <a:ext uri="{FF2B5EF4-FFF2-40B4-BE49-F238E27FC236}">
                    <a16:creationId xmlns:a16="http://schemas.microsoft.com/office/drawing/2014/main" id="{7EEC4949-56B9-1446-9711-9818D166C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C52556-3B7F-CA46-899E-C10EBF5C4BFA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3719513"/>
            <a:ext cx="982662" cy="1585912"/>
            <a:chOff x="226804" y="3719080"/>
            <a:chExt cx="982820" cy="1586234"/>
          </a:xfrm>
        </p:grpSpPr>
        <p:pic>
          <p:nvPicPr>
            <p:cNvPr id="211997" name="Picture 9">
              <a:extLst>
                <a:ext uri="{FF2B5EF4-FFF2-40B4-BE49-F238E27FC236}">
                  <a16:creationId xmlns:a16="http://schemas.microsoft.com/office/drawing/2014/main" id="{885F0363-C2C7-B040-9A9F-8762313A0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109" y="5014480"/>
              <a:ext cx="405029" cy="290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998" name="Cloud Callout 16">
              <a:extLst>
                <a:ext uri="{FF2B5EF4-FFF2-40B4-BE49-F238E27FC236}">
                  <a16:creationId xmlns:a16="http://schemas.microsoft.com/office/drawing/2014/main" id="{CB6F3878-13F6-7E42-A58F-2603D66CC7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6804" y="3719080"/>
              <a:ext cx="982820" cy="514019"/>
            </a:xfrm>
            <a:prstGeom prst="cloudCallout">
              <a:avLst>
                <a:gd name="adj1" fmla="val -7606"/>
                <a:gd name="adj2" fmla="val 147866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pic>
          <p:nvPicPr>
            <p:cNvPr id="211999" name="Picture 18" descr="madman.jpg">
              <a:extLst>
                <a:ext uri="{FF2B5EF4-FFF2-40B4-BE49-F238E27FC236}">
                  <a16:creationId xmlns:a16="http://schemas.microsoft.com/office/drawing/2014/main" id="{22004AD2-F07E-954C-8CB1-F531A6E21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767" y="3870258"/>
              <a:ext cx="767350" cy="211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1984" name="Content Placeholder 12">
            <a:extLst>
              <a:ext uri="{FF2B5EF4-FFF2-40B4-BE49-F238E27FC236}">
                <a16:creationId xmlns:a16="http://schemas.microsoft.com/office/drawing/2014/main" id="{FBA2E74E-4CA0-634D-BA39-6FA14422C4A8}"/>
              </a:ext>
            </a:extLst>
          </p:cNvPr>
          <p:cNvSpPr txBox="1">
            <a:spLocks/>
          </p:cNvSpPr>
          <p:nvPr/>
        </p:nvSpPr>
        <p:spPr bwMode="auto">
          <a:xfrm>
            <a:off x="1112830" y="1397775"/>
            <a:ext cx="9113837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87338" marR="0" lvl="0" indent="-2873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CDN: stores copies of content at CDN nodes </a:t>
            </a:r>
          </a:p>
          <a:p>
            <a:pPr marL="681038" marR="0" lvl="1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e.g.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Akamai stores copies of </a:t>
            </a:r>
            <a:r>
              <a:rPr kumimoji="0" lang="en-US" alt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MadMen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53D66F-2454-534A-B251-EF79F3D2D063}"/>
              </a:ext>
            </a:extLst>
          </p:cNvPr>
          <p:cNvGrpSpPr>
            <a:grpSpLocks/>
          </p:cNvGrpSpPr>
          <p:nvPr/>
        </p:nvGrpSpPr>
        <p:grpSpPr bwMode="auto">
          <a:xfrm>
            <a:off x="1558926" y="5030789"/>
            <a:ext cx="1857375" cy="338137"/>
            <a:chOff x="5957397" y="-30236"/>
            <a:chExt cx="1857399" cy="338554"/>
          </a:xfrm>
        </p:grpSpPr>
        <p:sp>
          <p:nvSpPr>
            <p:cNvPr id="211995" name="Rectangle 20">
              <a:extLst>
                <a:ext uri="{FF2B5EF4-FFF2-40B4-BE49-F238E27FC236}">
                  <a16:creationId xmlns:a16="http://schemas.microsoft.com/office/drawing/2014/main" id="{9DB5E779-F208-9B41-B538-A1AA669B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98" y="0"/>
              <a:ext cx="1829556" cy="27212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1996" name="TextBox 21">
              <a:extLst>
                <a:ext uri="{FF2B5EF4-FFF2-40B4-BE49-F238E27FC236}">
                  <a16:creationId xmlns:a16="http://schemas.microsoft.com/office/drawing/2014/main" id="{BC52E3C7-5102-E549-BEF6-5D6E61CFD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397" y="-30236"/>
              <a:ext cx="185739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where’s Madmen?</a:t>
              </a:r>
            </a:p>
          </p:txBody>
        </p:sp>
      </p:grp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53C9D43F-CF97-804C-AB6A-00DEC2449E31}"/>
              </a:ext>
            </a:extLst>
          </p:cNvPr>
          <p:cNvGrpSpPr>
            <a:grpSpLocks/>
          </p:cNvGrpSpPr>
          <p:nvPr/>
        </p:nvGrpSpPr>
        <p:grpSpPr bwMode="auto">
          <a:xfrm>
            <a:off x="8785226" y="4778375"/>
            <a:ext cx="1279525" cy="338138"/>
            <a:chOff x="5931471" y="-30236"/>
            <a:chExt cx="1279747" cy="338971"/>
          </a:xfrm>
        </p:grpSpPr>
        <p:sp>
          <p:nvSpPr>
            <p:cNvPr id="211993" name="Rectangle 1113">
              <a:extLst>
                <a:ext uri="{FF2B5EF4-FFF2-40B4-BE49-F238E27FC236}">
                  <a16:creationId xmlns:a16="http://schemas.microsoft.com/office/drawing/2014/main" id="{CEB0D8F2-12E1-5148-8CC2-45D6340D7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98" y="13898"/>
              <a:ext cx="1225865" cy="25822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1994" name="TextBox 1114">
              <a:extLst>
                <a:ext uri="{FF2B5EF4-FFF2-40B4-BE49-F238E27FC236}">
                  <a16:creationId xmlns:a16="http://schemas.microsoft.com/office/drawing/2014/main" id="{ED0C07AF-EC8A-1D44-A984-8A2456A29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1471" y="-30236"/>
              <a:ext cx="1279747" cy="338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manifest file</a:t>
              </a:r>
            </a:p>
          </p:txBody>
        </p:sp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068BEAB9-D8D3-C441-9C37-3B12CF5A5614}"/>
              </a:ext>
            </a:extLst>
          </p:cNvPr>
          <p:cNvSpPr>
            <a:spLocks/>
          </p:cNvSpPr>
          <p:nvPr/>
        </p:nvSpPr>
        <p:spPr bwMode="auto">
          <a:xfrm>
            <a:off x="2598738" y="4243388"/>
            <a:ext cx="1008062" cy="881062"/>
          </a:xfrm>
          <a:custGeom>
            <a:avLst/>
            <a:gdLst>
              <a:gd name="T0" fmla="*/ 542251 w 1284637"/>
              <a:gd name="T1" fmla="*/ 0 h 1108430"/>
              <a:gd name="T2" fmla="*/ 620508 w 1284637"/>
              <a:gd name="T3" fmla="*/ 556152 h 1108430"/>
              <a:gd name="T4" fmla="*/ 0 w 1284637"/>
              <a:gd name="T5" fmla="*/ 555512 h 110843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84637" h="1108430">
                <a:moveTo>
                  <a:pt x="1122624" y="0"/>
                </a:moveTo>
                <a:lnTo>
                  <a:pt x="1284637" y="1108430"/>
                </a:lnTo>
                <a:lnTo>
                  <a:pt x="0" y="1107156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21" name="Freeform 1120">
            <a:extLst>
              <a:ext uri="{FF2B5EF4-FFF2-40B4-BE49-F238E27FC236}">
                <a16:creationId xmlns:a16="http://schemas.microsoft.com/office/drawing/2014/main" id="{1FA9C861-3CFD-5C47-9603-F36C34D39F14}"/>
              </a:ext>
            </a:extLst>
          </p:cNvPr>
          <p:cNvSpPr>
            <a:spLocks/>
          </p:cNvSpPr>
          <p:nvPr/>
        </p:nvSpPr>
        <p:spPr bwMode="auto">
          <a:xfrm flipV="1">
            <a:off x="2624139" y="5127626"/>
            <a:ext cx="2166937" cy="709613"/>
          </a:xfrm>
          <a:custGeom>
            <a:avLst/>
            <a:gdLst>
              <a:gd name="T0" fmla="*/ 1752991 w 1898925"/>
              <a:gd name="T1" fmla="*/ 0 h 980345"/>
              <a:gd name="T2" fmla="*/ 2822161 w 1898925"/>
              <a:gd name="T3" fmla="*/ 227646 h 980345"/>
              <a:gd name="T4" fmla="*/ 2173683 w 1898925"/>
              <a:gd name="T5" fmla="*/ 258645 h 980345"/>
              <a:gd name="T6" fmla="*/ 1262389 w 1898925"/>
              <a:gd name="T7" fmla="*/ 362755 h 980345"/>
              <a:gd name="T8" fmla="*/ 0 w 1898925"/>
              <a:gd name="T9" fmla="*/ 371335 h 9803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98925" h="980345">
                <a:moveTo>
                  <a:pt x="1179521" y="0"/>
                </a:moveTo>
                <a:lnTo>
                  <a:pt x="1898925" y="600997"/>
                </a:lnTo>
                <a:lnTo>
                  <a:pt x="1462589" y="682836"/>
                </a:lnTo>
                <a:cubicBezTo>
                  <a:pt x="1258197" y="730637"/>
                  <a:pt x="1110581" y="844165"/>
                  <a:pt x="849414" y="957692"/>
                </a:cubicBezTo>
                <a:lnTo>
                  <a:pt x="0" y="980345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22" name="Content Placeholder 12">
            <a:extLst>
              <a:ext uri="{FF2B5EF4-FFF2-40B4-BE49-F238E27FC236}">
                <a16:creationId xmlns:a16="http://schemas.microsoft.com/office/drawing/2014/main" id="{CC467532-9586-A943-BA29-4F35221A16AD}"/>
              </a:ext>
            </a:extLst>
          </p:cNvPr>
          <p:cNvSpPr txBox="1">
            <a:spLocks/>
          </p:cNvSpPr>
          <p:nvPr/>
        </p:nvSpPr>
        <p:spPr bwMode="auto">
          <a:xfrm>
            <a:off x="1168394" y="2637612"/>
            <a:ext cx="897050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681038" marR="0" lvl="1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directed to nearby copy, retrieves content</a:t>
            </a:r>
          </a:p>
          <a:p>
            <a:pPr marL="457200" marR="0" lvl="1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3" name="Content Placeholder 12">
            <a:extLst>
              <a:ext uri="{FF2B5EF4-FFF2-40B4-BE49-F238E27FC236}">
                <a16:creationId xmlns:a16="http://schemas.microsoft.com/office/drawing/2014/main" id="{2E17DE3C-B1EA-6342-A5E5-820798A09912}"/>
              </a:ext>
            </a:extLst>
          </p:cNvPr>
          <p:cNvSpPr txBox="1">
            <a:spLocks/>
          </p:cNvSpPr>
          <p:nvPr/>
        </p:nvSpPr>
        <p:spPr bwMode="auto">
          <a:xfrm>
            <a:off x="1184267" y="2985276"/>
            <a:ext cx="91138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681038" marR="0" lvl="1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may choose different copy if network path congested</a:t>
            </a:r>
          </a:p>
          <a:p>
            <a:pPr marL="457200" marR="0" lvl="1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15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85185E-6 L 0.08763 -0.02916 L 0.11106 -0.02685 L 0.24635 0.00185 L 0.3569 -0.03079 L 0.42682 -0.00486 L 0.48242 0.01551 L 0.56041 -0.01088 L 0.60026 -0.05509 " pathEditMode="relative" rAng="0" ptsTypes="AAAAAAAAA">
                                      <p:cBhvr>
                                        <p:cTn id="4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13" y="-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735 -0.01829 L -0.02942 0.05208 L -0.16276 0.0037 L -0.28893 0.03449 L -0.46106 0.01018 L -0.56901 0.0368 " pathEditMode="relative" rAng="0" ptsTypes="AAAAAA">
                                      <p:cBhvr>
                                        <p:cTn id="56" dur="200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318" y="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122" grpId="0"/>
      <p:bldP spid="11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485">
            <a:extLst>
              <a:ext uri="{FF2B5EF4-FFF2-40B4-BE49-F238E27FC236}">
                <a16:creationId xmlns:a16="http://schemas.microsoft.com/office/drawing/2014/main" id="{D3CA8C78-AA59-A24B-B727-D151A079D1FC}"/>
              </a:ext>
            </a:extLst>
          </p:cNvPr>
          <p:cNvGrpSpPr>
            <a:grpSpLocks/>
          </p:cNvGrpSpPr>
          <p:nvPr/>
        </p:nvGrpSpPr>
        <p:grpSpPr bwMode="auto">
          <a:xfrm>
            <a:off x="2644455" y="3770050"/>
            <a:ext cx="7044059" cy="2764362"/>
            <a:chOff x="399122" y="1433580"/>
            <a:chExt cx="8437848" cy="5258263"/>
          </a:xfrm>
        </p:grpSpPr>
        <p:sp>
          <p:nvSpPr>
            <p:cNvPr id="214743" name="Freeform 84">
              <a:extLst>
                <a:ext uri="{FF2B5EF4-FFF2-40B4-BE49-F238E27FC236}">
                  <a16:creationId xmlns:a16="http://schemas.microsoft.com/office/drawing/2014/main" id="{A060C597-01E9-554B-B8BD-771A8A2A0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540" y="224137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4" name="Freeform 84">
              <a:extLst>
                <a:ext uri="{FF2B5EF4-FFF2-40B4-BE49-F238E27FC236}">
                  <a16:creationId xmlns:a16="http://schemas.microsoft.com/office/drawing/2014/main" id="{FB766578-AC48-D940-A2E4-3DFFA47D4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84" y="3041418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5" name="Freeform 84">
              <a:extLst>
                <a:ext uri="{FF2B5EF4-FFF2-40B4-BE49-F238E27FC236}">
                  <a16:creationId xmlns:a16="http://schemas.microsoft.com/office/drawing/2014/main" id="{7784D005-A9C4-3F44-8C8B-F862D7FA8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646" y="249535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6" name="Freeform 84">
              <a:extLst>
                <a:ext uri="{FF2B5EF4-FFF2-40B4-BE49-F238E27FC236}">
                  <a16:creationId xmlns:a16="http://schemas.microsoft.com/office/drawing/2014/main" id="{AF3297ED-6FF2-D74A-A40C-EB85E1D53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261" y="5352637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7" name="Freeform 84">
              <a:extLst>
                <a:ext uri="{FF2B5EF4-FFF2-40B4-BE49-F238E27FC236}">
                  <a16:creationId xmlns:a16="http://schemas.microsoft.com/office/drawing/2014/main" id="{7B5046C6-6E0C-8942-A4E9-C15175BE9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105" y="4730385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8" name="Freeform 84">
              <a:extLst>
                <a:ext uri="{FF2B5EF4-FFF2-40B4-BE49-F238E27FC236}">
                  <a16:creationId xmlns:a16="http://schemas.microsoft.com/office/drawing/2014/main" id="{1D4FE714-7EBB-1544-9F51-31F44E050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474" y="4070036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9" name="Freeform 84">
              <a:extLst>
                <a:ext uri="{FF2B5EF4-FFF2-40B4-BE49-F238E27FC236}">
                  <a16:creationId xmlns:a16="http://schemas.microsoft.com/office/drawing/2014/main" id="{14110D05-4BB8-BF41-8DE5-E9201FEFD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4047" y="2927126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0" name="Freeform 84">
              <a:extLst>
                <a:ext uri="{FF2B5EF4-FFF2-40B4-BE49-F238E27FC236}">
                  <a16:creationId xmlns:a16="http://schemas.microsoft.com/office/drawing/2014/main" id="{B9CFD74C-9E09-7B48-B364-ADBD99E15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955" y="2000097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1" name="Freeform 84">
              <a:extLst>
                <a:ext uri="{FF2B5EF4-FFF2-40B4-BE49-F238E27FC236}">
                  <a16:creationId xmlns:a16="http://schemas.microsoft.com/office/drawing/2014/main" id="{4F238408-D759-B946-9AE3-DCD9CA584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735" y="2647748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2" name="Freeform 84">
              <a:extLst>
                <a:ext uri="{FF2B5EF4-FFF2-40B4-BE49-F238E27FC236}">
                  <a16:creationId xmlns:a16="http://schemas.microsoft.com/office/drawing/2014/main" id="{080FAA08-DB3C-E84E-BC58-E0C6A54C5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478" y="197469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3" name="Freeform 84">
              <a:extLst>
                <a:ext uri="{FF2B5EF4-FFF2-40B4-BE49-F238E27FC236}">
                  <a16:creationId xmlns:a16="http://schemas.microsoft.com/office/drawing/2014/main" id="{36E8E47A-157C-F445-B1CB-D81F1CFF0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1589" y="5606617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4" name="Freeform 84">
              <a:extLst>
                <a:ext uri="{FF2B5EF4-FFF2-40B4-BE49-F238E27FC236}">
                  <a16:creationId xmlns:a16="http://schemas.microsoft.com/office/drawing/2014/main" id="{9FA6F6A3-A686-2048-8022-76ABCA26B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9902" y="495896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5" name="Freeform 84">
              <a:extLst>
                <a:ext uri="{FF2B5EF4-FFF2-40B4-BE49-F238E27FC236}">
                  <a16:creationId xmlns:a16="http://schemas.microsoft.com/office/drawing/2014/main" id="{24739648-E5DE-8945-8268-3C6D0277B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1271" y="4044638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6" name="Freeform 84">
              <a:extLst>
                <a:ext uri="{FF2B5EF4-FFF2-40B4-BE49-F238E27FC236}">
                  <a16:creationId xmlns:a16="http://schemas.microsoft.com/office/drawing/2014/main" id="{44333E2C-6D42-2940-B6CB-E3C930D3A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6088" y="584789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7" name="Freeform 84">
              <a:extLst>
                <a:ext uri="{FF2B5EF4-FFF2-40B4-BE49-F238E27FC236}">
                  <a16:creationId xmlns:a16="http://schemas.microsoft.com/office/drawing/2014/main" id="{6146EC4B-F1F9-2D45-8118-0F691C5B1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565" y="5987587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8" name="Freeform 84">
              <a:extLst>
                <a:ext uri="{FF2B5EF4-FFF2-40B4-BE49-F238E27FC236}">
                  <a16:creationId xmlns:a16="http://schemas.microsoft.com/office/drawing/2014/main" id="{738B05C2-CDE6-124B-A567-E47B252E6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203" y="583519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9" name="TextBox 4">
              <a:extLst>
                <a:ext uri="{FF2B5EF4-FFF2-40B4-BE49-F238E27FC236}">
                  <a16:creationId xmlns:a16="http://schemas.microsoft.com/office/drawing/2014/main" id="{78D3D6C5-B38A-2C46-B682-7E0D50502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7360">
              <a:off x="5241476" y="1433580"/>
              <a:ext cx="651327" cy="995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0" name="TextBox 179">
              <a:extLst>
                <a:ext uri="{FF2B5EF4-FFF2-40B4-BE49-F238E27FC236}">
                  <a16:creationId xmlns:a16="http://schemas.microsoft.com/office/drawing/2014/main" id="{4CD31A89-F8CF-6049-A5E5-85053FE0E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0643" y="3033432"/>
              <a:ext cx="1034279" cy="6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1" name="TextBox 180">
              <a:extLst>
                <a:ext uri="{FF2B5EF4-FFF2-40B4-BE49-F238E27FC236}">
                  <a16:creationId xmlns:a16="http://schemas.microsoft.com/office/drawing/2014/main" id="{D2B68C45-7019-014E-9AEF-6434FE05C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341242" y="5649517"/>
              <a:ext cx="651327" cy="995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2" name="TextBox 181">
              <a:extLst>
                <a:ext uri="{FF2B5EF4-FFF2-40B4-BE49-F238E27FC236}">
                  <a16:creationId xmlns:a16="http://schemas.microsoft.com/office/drawing/2014/main" id="{7047D8F0-AC47-7C4D-B0ED-BA84F2FCF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2063761" y="5696594"/>
              <a:ext cx="651327" cy="995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3" name="TextBox 182">
              <a:extLst>
                <a:ext uri="{FF2B5EF4-FFF2-40B4-BE49-F238E27FC236}">
                  <a16:creationId xmlns:a16="http://schemas.microsoft.com/office/drawing/2014/main" id="{7A1EB57F-3C68-0B4D-A1B8-7F5F6B516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95356" y="3660805"/>
              <a:ext cx="1034279" cy="6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4" name="TextBox 183">
              <a:extLst>
                <a:ext uri="{FF2B5EF4-FFF2-40B4-BE49-F238E27FC236}">
                  <a16:creationId xmlns:a16="http://schemas.microsoft.com/office/drawing/2014/main" id="{BE1173A8-62F0-C04C-BB53-F0B39FB9A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079349">
              <a:off x="2482310" y="1498432"/>
              <a:ext cx="651327" cy="995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grpSp>
          <p:nvGrpSpPr>
            <p:cNvPr id="214765" name="Group 8">
              <a:extLst>
                <a:ext uri="{FF2B5EF4-FFF2-40B4-BE49-F238E27FC236}">
                  <a16:creationId xmlns:a16="http://schemas.microsoft.com/office/drawing/2014/main" id="{FE595CC6-E58E-EE4A-8E57-98EE43A698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6600" y="3746496"/>
              <a:ext cx="3225799" cy="1117598"/>
              <a:chOff x="7848600" y="2044700"/>
              <a:chExt cx="3200399" cy="1371600"/>
            </a:xfrm>
          </p:grpSpPr>
          <p:sp>
            <p:nvSpPr>
              <p:cNvPr id="214961" name="Oval 3">
                <a:extLst>
                  <a:ext uri="{FF2B5EF4-FFF2-40B4-BE49-F238E27FC236}">
                    <a16:creationId xmlns:a16="http://schemas.microsoft.com/office/drawing/2014/main" id="{3A2DEDDB-FB5B-4946-8CD8-74906340D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962" name="Group 133">
                <a:extLst>
                  <a:ext uri="{FF2B5EF4-FFF2-40B4-BE49-F238E27FC236}">
                    <a16:creationId xmlns:a16="http://schemas.microsoft.com/office/drawing/2014/main" id="{21D80924-7CDB-4342-ACF8-4F970D327F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5035" name="Oval 407">
                  <a:extLst>
                    <a:ext uri="{FF2B5EF4-FFF2-40B4-BE49-F238E27FC236}">
                      <a16:creationId xmlns:a16="http://schemas.microsoft.com/office/drawing/2014/main" id="{61D0AC9A-8B66-2B4C-82C3-5309CE4BC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36" name="Rectangle 410">
                  <a:extLst>
                    <a:ext uri="{FF2B5EF4-FFF2-40B4-BE49-F238E27FC236}">
                      <a16:creationId xmlns:a16="http://schemas.microsoft.com/office/drawing/2014/main" id="{F8139EB8-4456-D748-A30F-66BB62501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37" name="Oval 411">
                  <a:extLst>
                    <a:ext uri="{FF2B5EF4-FFF2-40B4-BE49-F238E27FC236}">
                      <a16:creationId xmlns:a16="http://schemas.microsoft.com/office/drawing/2014/main" id="{8E128DBA-3FA3-514E-95F4-8A1E1E8AEA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38" name="Group 137">
                  <a:extLst>
                    <a:ext uri="{FF2B5EF4-FFF2-40B4-BE49-F238E27FC236}">
                      <a16:creationId xmlns:a16="http://schemas.microsoft.com/office/drawing/2014/main" id="{3852E333-724C-FB47-988A-B2BD76243F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46785" name="Freeform 138">
                    <a:extLst>
                      <a:ext uri="{FF2B5EF4-FFF2-40B4-BE49-F238E27FC236}">
                        <a16:creationId xmlns:a16="http://schemas.microsoft.com/office/drawing/2014/main" id="{A943E71A-439C-3C40-8FE2-B50EFF103C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6786" name="Freeform 139">
                    <a:extLst>
                      <a:ext uri="{FF2B5EF4-FFF2-40B4-BE49-F238E27FC236}">
                        <a16:creationId xmlns:a16="http://schemas.microsoft.com/office/drawing/2014/main" id="{03DC00B2-3E2E-3048-A429-DF791A3432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39" name="Line 140">
                  <a:extLst>
                    <a:ext uri="{FF2B5EF4-FFF2-40B4-BE49-F238E27FC236}">
                      <a16:creationId xmlns:a16="http://schemas.microsoft.com/office/drawing/2014/main" id="{6D1BC62A-277D-BC42-8052-5D58EBD954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784" name="Line 141">
                  <a:extLst>
                    <a:ext uri="{FF2B5EF4-FFF2-40B4-BE49-F238E27FC236}">
                      <a16:creationId xmlns:a16="http://schemas.microsoft.com/office/drawing/2014/main" id="{77D434FA-BD40-FB43-B64A-6117AFFE24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214963" name="Straight Connector 10">
                <a:extLst>
                  <a:ext uri="{FF2B5EF4-FFF2-40B4-BE49-F238E27FC236}">
                    <a16:creationId xmlns:a16="http://schemas.microsoft.com/office/drawing/2014/main" id="{24E38DB4-BB48-9B4B-9B3F-AF9DE56D459B}"/>
                  </a:ext>
                </a:extLst>
              </p:cNvPr>
              <p:cNvCxnSpPr>
                <a:cxnSpLocks noChangeShapeType="1"/>
                <a:stCxn id="246784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4" name="Straight Connector 297">
                <a:extLst>
                  <a:ext uri="{FF2B5EF4-FFF2-40B4-BE49-F238E27FC236}">
                    <a16:creationId xmlns:a16="http://schemas.microsoft.com/office/drawing/2014/main" id="{63B171E8-BC1A-2C45-A4AD-8B26824D468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5" name="Straight Connector 298">
                <a:extLst>
                  <a:ext uri="{FF2B5EF4-FFF2-40B4-BE49-F238E27FC236}">
                    <a16:creationId xmlns:a16="http://schemas.microsoft.com/office/drawing/2014/main" id="{E504853D-FC82-F944-91B2-A7807FC2192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6" name="Straight Connector 299">
                <a:extLst>
                  <a:ext uri="{FF2B5EF4-FFF2-40B4-BE49-F238E27FC236}">
                    <a16:creationId xmlns:a16="http://schemas.microsoft.com/office/drawing/2014/main" id="{9B2CF1B4-E931-C849-ABC2-C055A268B0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7" name="Straight Connector 300">
                <a:extLst>
                  <a:ext uri="{FF2B5EF4-FFF2-40B4-BE49-F238E27FC236}">
                    <a16:creationId xmlns:a16="http://schemas.microsoft.com/office/drawing/2014/main" id="{8DCDC72A-6B61-D045-82B1-FC560711F69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8" name="Straight Connector 301">
                <a:extLst>
                  <a:ext uri="{FF2B5EF4-FFF2-40B4-BE49-F238E27FC236}">
                    <a16:creationId xmlns:a16="http://schemas.microsoft.com/office/drawing/2014/main" id="{169CFE78-371E-5A42-A2FF-43E7EBC79A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9" name="Straight Connector 302">
                <a:extLst>
                  <a:ext uri="{FF2B5EF4-FFF2-40B4-BE49-F238E27FC236}">
                    <a16:creationId xmlns:a16="http://schemas.microsoft.com/office/drawing/2014/main" id="{A219EF28-882C-B141-A2BD-F2CF8E9FD7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70" name="Straight Connector 303">
                <a:extLst>
                  <a:ext uri="{FF2B5EF4-FFF2-40B4-BE49-F238E27FC236}">
                    <a16:creationId xmlns:a16="http://schemas.microsoft.com/office/drawing/2014/main" id="{A8101A56-A742-A04A-AA02-5CA6664647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71" name="Straight Connector 304">
                <a:extLst>
                  <a:ext uri="{FF2B5EF4-FFF2-40B4-BE49-F238E27FC236}">
                    <a16:creationId xmlns:a16="http://schemas.microsoft.com/office/drawing/2014/main" id="{A61AA9E2-0150-A443-9B6B-8B69AFDAD6A7}"/>
                  </a:ext>
                </a:extLst>
              </p:cNvPr>
              <p:cNvCxnSpPr>
                <a:cxnSpLocks noChangeShapeType="1"/>
                <a:endCxn id="215035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4972" name="Group 133">
                <a:extLst>
                  <a:ext uri="{FF2B5EF4-FFF2-40B4-BE49-F238E27FC236}">
                    <a16:creationId xmlns:a16="http://schemas.microsoft.com/office/drawing/2014/main" id="{853363E0-4455-8149-960D-2A2D30CEF1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5027" name="Oval 407">
                  <a:extLst>
                    <a:ext uri="{FF2B5EF4-FFF2-40B4-BE49-F238E27FC236}">
                      <a16:creationId xmlns:a16="http://schemas.microsoft.com/office/drawing/2014/main" id="{83FB7DAE-114F-934E-BB3E-EAB135FE30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28" name="Rectangle 410">
                  <a:extLst>
                    <a:ext uri="{FF2B5EF4-FFF2-40B4-BE49-F238E27FC236}">
                      <a16:creationId xmlns:a16="http://schemas.microsoft.com/office/drawing/2014/main" id="{75E7F8C9-DB2A-394C-98FE-CFDE5ADA5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29" name="Oval 411">
                  <a:extLst>
                    <a:ext uri="{FF2B5EF4-FFF2-40B4-BE49-F238E27FC236}">
                      <a16:creationId xmlns:a16="http://schemas.microsoft.com/office/drawing/2014/main" id="{1D54928A-36BC-0840-8843-621A35875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30" name="Group 137">
                  <a:extLst>
                    <a:ext uri="{FF2B5EF4-FFF2-40B4-BE49-F238E27FC236}">
                      <a16:creationId xmlns:a16="http://schemas.microsoft.com/office/drawing/2014/main" id="{38EAC444-F93C-D943-A951-7F24455342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33" name="Freeform 138">
                    <a:extLst>
                      <a:ext uri="{FF2B5EF4-FFF2-40B4-BE49-F238E27FC236}">
                        <a16:creationId xmlns:a16="http://schemas.microsoft.com/office/drawing/2014/main" id="{8C200853-23B0-9A48-8966-2549F8548A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34" name="Freeform 139">
                    <a:extLst>
                      <a:ext uri="{FF2B5EF4-FFF2-40B4-BE49-F238E27FC236}">
                        <a16:creationId xmlns:a16="http://schemas.microsoft.com/office/drawing/2014/main" id="{4DB9CCA3-96DE-3940-B36E-3A5C8E910E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31" name="Line 140">
                  <a:extLst>
                    <a:ext uri="{FF2B5EF4-FFF2-40B4-BE49-F238E27FC236}">
                      <a16:creationId xmlns:a16="http://schemas.microsoft.com/office/drawing/2014/main" id="{A57EC9EB-7266-3848-BE14-F39635DED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32" name="Line 141">
                  <a:extLst>
                    <a:ext uri="{FF2B5EF4-FFF2-40B4-BE49-F238E27FC236}">
                      <a16:creationId xmlns:a16="http://schemas.microsoft.com/office/drawing/2014/main" id="{FC01780D-6B3D-034C-B4F6-D8020B00C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3" name="Group 133">
                <a:extLst>
                  <a:ext uri="{FF2B5EF4-FFF2-40B4-BE49-F238E27FC236}">
                    <a16:creationId xmlns:a16="http://schemas.microsoft.com/office/drawing/2014/main" id="{9195F347-F262-4F4D-8822-4EEF165F4A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5019" name="Oval 407">
                  <a:extLst>
                    <a:ext uri="{FF2B5EF4-FFF2-40B4-BE49-F238E27FC236}">
                      <a16:creationId xmlns:a16="http://schemas.microsoft.com/office/drawing/2014/main" id="{1D798CAF-C844-964F-BD16-DA5F20E8DF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20" name="Rectangle 410">
                  <a:extLst>
                    <a:ext uri="{FF2B5EF4-FFF2-40B4-BE49-F238E27FC236}">
                      <a16:creationId xmlns:a16="http://schemas.microsoft.com/office/drawing/2014/main" id="{A6C29455-359E-1D4F-B4CB-9764193E8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21" name="Oval 411">
                  <a:extLst>
                    <a:ext uri="{FF2B5EF4-FFF2-40B4-BE49-F238E27FC236}">
                      <a16:creationId xmlns:a16="http://schemas.microsoft.com/office/drawing/2014/main" id="{DEE40553-9B52-ED48-8FC3-264286C768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22" name="Group 137">
                  <a:extLst>
                    <a:ext uri="{FF2B5EF4-FFF2-40B4-BE49-F238E27FC236}">
                      <a16:creationId xmlns:a16="http://schemas.microsoft.com/office/drawing/2014/main" id="{88A8CF8A-DB68-1048-9F88-7C3328F388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25" name="Freeform 138">
                    <a:extLst>
                      <a:ext uri="{FF2B5EF4-FFF2-40B4-BE49-F238E27FC236}">
                        <a16:creationId xmlns:a16="http://schemas.microsoft.com/office/drawing/2014/main" id="{774F18EF-EB02-D04F-9F4D-60993BF513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26" name="Freeform 139">
                    <a:extLst>
                      <a:ext uri="{FF2B5EF4-FFF2-40B4-BE49-F238E27FC236}">
                        <a16:creationId xmlns:a16="http://schemas.microsoft.com/office/drawing/2014/main" id="{439294CD-B0AC-5441-89A9-BF7194FEC3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23" name="Line 140">
                  <a:extLst>
                    <a:ext uri="{FF2B5EF4-FFF2-40B4-BE49-F238E27FC236}">
                      <a16:creationId xmlns:a16="http://schemas.microsoft.com/office/drawing/2014/main" id="{45A9EB7D-D81E-3F4C-9EAD-B0A153A55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56"/>
                  <a:ext cx="0" cy="88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24" name="Line 141">
                  <a:extLst>
                    <a:ext uri="{FF2B5EF4-FFF2-40B4-BE49-F238E27FC236}">
                      <a16:creationId xmlns:a16="http://schemas.microsoft.com/office/drawing/2014/main" id="{19A683FE-1CE9-2443-8472-5C8F052F42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58"/>
                  <a:ext cx="0" cy="8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4" name="Group 133">
                <a:extLst>
                  <a:ext uri="{FF2B5EF4-FFF2-40B4-BE49-F238E27FC236}">
                    <a16:creationId xmlns:a16="http://schemas.microsoft.com/office/drawing/2014/main" id="{E213AFBA-4EFF-214E-A5E7-866080E378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5011" name="Oval 407">
                  <a:extLst>
                    <a:ext uri="{FF2B5EF4-FFF2-40B4-BE49-F238E27FC236}">
                      <a16:creationId xmlns:a16="http://schemas.microsoft.com/office/drawing/2014/main" id="{A3CBE38D-B4C7-1C47-A035-45B5709484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12" name="Rectangle 410">
                  <a:extLst>
                    <a:ext uri="{FF2B5EF4-FFF2-40B4-BE49-F238E27FC236}">
                      <a16:creationId xmlns:a16="http://schemas.microsoft.com/office/drawing/2014/main" id="{088F0F9C-9DBD-FF4A-AE88-800FF19B4F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13" name="Oval 411">
                  <a:extLst>
                    <a:ext uri="{FF2B5EF4-FFF2-40B4-BE49-F238E27FC236}">
                      <a16:creationId xmlns:a16="http://schemas.microsoft.com/office/drawing/2014/main" id="{DDA6FF3F-50C0-A147-9351-8D91D3FB20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14" name="Group 137">
                  <a:extLst>
                    <a:ext uri="{FF2B5EF4-FFF2-40B4-BE49-F238E27FC236}">
                      <a16:creationId xmlns:a16="http://schemas.microsoft.com/office/drawing/2014/main" id="{457ACDAF-FBCD-DC43-B6BB-2F985B5A02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17" name="Freeform 138">
                    <a:extLst>
                      <a:ext uri="{FF2B5EF4-FFF2-40B4-BE49-F238E27FC236}">
                        <a16:creationId xmlns:a16="http://schemas.microsoft.com/office/drawing/2014/main" id="{872872D3-731F-9647-BED4-FD516CA4CE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18" name="Freeform 139">
                    <a:extLst>
                      <a:ext uri="{FF2B5EF4-FFF2-40B4-BE49-F238E27FC236}">
                        <a16:creationId xmlns:a16="http://schemas.microsoft.com/office/drawing/2014/main" id="{9F95255F-D352-5C4F-89B7-F4AB2576A4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15" name="Line 140">
                  <a:extLst>
                    <a:ext uri="{FF2B5EF4-FFF2-40B4-BE49-F238E27FC236}">
                      <a16:creationId xmlns:a16="http://schemas.microsoft.com/office/drawing/2014/main" id="{C7B041CE-EC36-5343-A08F-9EB9F7D7E9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16" name="Line 141">
                  <a:extLst>
                    <a:ext uri="{FF2B5EF4-FFF2-40B4-BE49-F238E27FC236}">
                      <a16:creationId xmlns:a16="http://schemas.microsoft.com/office/drawing/2014/main" id="{4FAB9327-3E9C-8C4D-92EA-60439F7AB2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5" name="Group 133">
                <a:extLst>
                  <a:ext uri="{FF2B5EF4-FFF2-40B4-BE49-F238E27FC236}">
                    <a16:creationId xmlns:a16="http://schemas.microsoft.com/office/drawing/2014/main" id="{06095A2D-3531-C04C-9ABF-008A81CBD6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5003" name="Oval 407">
                  <a:extLst>
                    <a:ext uri="{FF2B5EF4-FFF2-40B4-BE49-F238E27FC236}">
                      <a16:creationId xmlns:a16="http://schemas.microsoft.com/office/drawing/2014/main" id="{5AE28672-0DB5-E842-93CE-081794346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04" name="Rectangle 410">
                  <a:extLst>
                    <a:ext uri="{FF2B5EF4-FFF2-40B4-BE49-F238E27FC236}">
                      <a16:creationId xmlns:a16="http://schemas.microsoft.com/office/drawing/2014/main" id="{16F0EDDE-42CE-BC42-BA07-DD50447263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05" name="Oval 411">
                  <a:extLst>
                    <a:ext uri="{FF2B5EF4-FFF2-40B4-BE49-F238E27FC236}">
                      <a16:creationId xmlns:a16="http://schemas.microsoft.com/office/drawing/2014/main" id="{B9C10AE7-3D10-6149-B8F5-7ED056A64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06" name="Group 137">
                  <a:extLst>
                    <a:ext uri="{FF2B5EF4-FFF2-40B4-BE49-F238E27FC236}">
                      <a16:creationId xmlns:a16="http://schemas.microsoft.com/office/drawing/2014/main" id="{86331389-9F9E-054E-BEBB-071D768B8E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09" name="Freeform 138">
                    <a:extLst>
                      <a:ext uri="{FF2B5EF4-FFF2-40B4-BE49-F238E27FC236}">
                        <a16:creationId xmlns:a16="http://schemas.microsoft.com/office/drawing/2014/main" id="{79604046-7F54-9642-81B1-C503872FEE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10" name="Freeform 139">
                    <a:extLst>
                      <a:ext uri="{FF2B5EF4-FFF2-40B4-BE49-F238E27FC236}">
                        <a16:creationId xmlns:a16="http://schemas.microsoft.com/office/drawing/2014/main" id="{08BAE620-EEB5-7145-B2D7-31EFBEE3DC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07" name="Line 140">
                  <a:extLst>
                    <a:ext uri="{FF2B5EF4-FFF2-40B4-BE49-F238E27FC236}">
                      <a16:creationId xmlns:a16="http://schemas.microsoft.com/office/drawing/2014/main" id="{D1198A65-6189-B04F-BAA7-F12E31E2E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08" name="Line 141">
                  <a:extLst>
                    <a:ext uri="{FF2B5EF4-FFF2-40B4-BE49-F238E27FC236}">
                      <a16:creationId xmlns:a16="http://schemas.microsoft.com/office/drawing/2014/main" id="{B02527D9-BC57-5143-9F49-26DC39F21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6" name="Group 133">
                <a:extLst>
                  <a:ext uri="{FF2B5EF4-FFF2-40B4-BE49-F238E27FC236}">
                    <a16:creationId xmlns:a16="http://schemas.microsoft.com/office/drawing/2014/main" id="{6C55D7EB-D7F5-5542-9C7F-AF5F607361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4995" name="Oval 407">
                  <a:extLst>
                    <a:ext uri="{FF2B5EF4-FFF2-40B4-BE49-F238E27FC236}">
                      <a16:creationId xmlns:a16="http://schemas.microsoft.com/office/drawing/2014/main" id="{241915D5-7EBB-D84A-8F77-F855F76B6E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96" name="Rectangle 410">
                  <a:extLst>
                    <a:ext uri="{FF2B5EF4-FFF2-40B4-BE49-F238E27FC236}">
                      <a16:creationId xmlns:a16="http://schemas.microsoft.com/office/drawing/2014/main" id="{9FC75889-6E7A-1F4E-9A93-145F8D2239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97" name="Oval 411">
                  <a:extLst>
                    <a:ext uri="{FF2B5EF4-FFF2-40B4-BE49-F238E27FC236}">
                      <a16:creationId xmlns:a16="http://schemas.microsoft.com/office/drawing/2014/main" id="{E4521609-1BA4-3741-B795-46D95F27F6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98" name="Group 137">
                  <a:extLst>
                    <a:ext uri="{FF2B5EF4-FFF2-40B4-BE49-F238E27FC236}">
                      <a16:creationId xmlns:a16="http://schemas.microsoft.com/office/drawing/2014/main" id="{AE48471E-3E26-FF41-8B28-D1E377974F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01" name="Freeform 138">
                    <a:extLst>
                      <a:ext uri="{FF2B5EF4-FFF2-40B4-BE49-F238E27FC236}">
                        <a16:creationId xmlns:a16="http://schemas.microsoft.com/office/drawing/2014/main" id="{3C695F38-7498-4F48-BB72-5B75F6EFA9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02" name="Freeform 139">
                    <a:extLst>
                      <a:ext uri="{FF2B5EF4-FFF2-40B4-BE49-F238E27FC236}">
                        <a16:creationId xmlns:a16="http://schemas.microsoft.com/office/drawing/2014/main" id="{EE5B8B1F-3E22-544F-898C-AD1EDE83F0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99" name="Line 140">
                  <a:extLst>
                    <a:ext uri="{FF2B5EF4-FFF2-40B4-BE49-F238E27FC236}">
                      <a16:creationId xmlns:a16="http://schemas.microsoft.com/office/drawing/2014/main" id="{4C22B6CF-86B8-1948-B9D7-2FDB44AB3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00" name="Line 141">
                  <a:extLst>
                    <a:ext uri="{FF2B5EF4-FFF2-40B4-BE49-F238E27FC236}">
                      <a16:creationId xmlns:a16="http://schemas.microsoft.com/office/drawing/2014/main" id="{632BBF92-90ED-044F-80B4-BD610A7B36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7" name="Group 133">
                <a:extLst>
                  <a:ext uri="{FF2B5EF4-FFF2-40B4-BE49-F238E27FC236}">
                    <a16:creationId xmlns:a16="http://schemas.microsoft.com/office/drawing/2014/main" id="{EF126CBB-F7B4-D14A-BF43-4F4C419587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4987" name="Oval 407">
                  <a:extLst>
                    <a:ext uri="{FF2B5EF4-FFF2-40B4-BE49-F238E27FC236}">
                      <a16:creationId xmlns:a16="http://schemas.microsoft.com/office/drawing/2014/main" id="{2A9931F4-73CE-8F4B-BC0B-3836DCB8C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88" name="Rectangle 410">
                  <a:extLst>
                    <a:ext uri="{FF2B5EF4-FFF2-40B4-BE49-F238E27FC236}">
                      <a16:creationId xmlns:a16="http://schemas.microsoft.com/office/drawing/2014/main" id="{BEA1C917-5214-9046-AAB0-40E55789E3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89" name="Oval 411">
                  <a:extLst>
                    <a:ext uri="{FF2B5EF4-FFF2-40B4-BE49-F238E27FC236}">
                      <a16:creationId xmlns:a16="http://schemas.microsoft.com/office/drawing/2014/main" id="{EA8D4A13-D266-5440-A1E8-3F2B00BCF9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90" name="Group 137">
                  <a:extLst>
                    <a:ext uri="{FF2B5EF4-FFF2-40B4-BE49-F238E27FC236}">
                      <a16:creationId xmlns:a16="http://schemas.microsoft.com/office/drawing/2014/main" id="{8F3E7527-A26F-F945-BC0C-E15B8A9C63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93" name="Freeform 138">
                    <a:extLst>
                      <a:ext uri="{FF2B5EF4-FFF2-40B4-BE49-F238E27FC236}">
                        <a16:creationId xmlns:a16="http://schemas.microsoft.com/office/drawing/2014/main" id="{AB5886C9-1AD2-C949-92A7-3322AD0A8A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94" name="Freeform 139">
                    <a:extLst>
                      <a:ext uri="{FF2B5EF4-FFF2-40B4-BE49-F238E27FC236}">
                        <a16:creationId xmlns:a16="http://schemas.microsoft.com/office/drawing/2014/main" id="{7FDE5228-0F6B-5445-95B6-D3FBEF9084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91" name="Line 140">
                  <a:extLst>
                    <a:ext uri="{FF2B5EF4-FFF2-40B4-BE49-F238E27FC236}">
                      <a16:creationId xmlns:a16="http://schemas.microsoft.com/office/drawing/2014/main" id="{572AD516-3F95-5B43-8610-0834E75BDB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92" name="Line 141">
                  <a:extLst>
                    <a:ext uri="{FF2B5EF4-FFF2-40B4-BE49-F238E27FC236}">
                      <a16:creationId xmlns:a16="http://schemas.microsoft.com/office/drawing/2014/main" id="{42D93B4F-355D-3F45-AB74-AD15ABC78E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8" name="Group 133">
                <a:extLst>
                  <a:ext uri="{FF2B5EF4-FFF2-40B4-BE49-F238E27FC236}">
                    <a16:creationId xmlns:a16="http://schemas.microsoft.com/office/drawing/2014/main" id="{C0A90C49-1515-694E-B6D0-2B4A214C9A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4979" name="Oval 407">
                  <a:extLst>
                    <a:ext uri="{FF2B5EF4-FFF2-40B4-BE49-F238E27FC236}">
                      <a16:creationId xmlns:a16="http://schemas.microsoft.com/office/drawing/2014/main" id="{FC95A3BB-5F7A-C844-83AD-C41C2099EB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80" name="Rectangle 410">
                  <a:extLst>
                    <a:ext uri="{FF2B5EF4-FFF2-40B4-BE49-F238E27FC236}">
                      <a16:creationId xmlns:a16="http://schemas.microsoft.com/office/drawing/2014/main" id="{0D2B55B4-B831-D247-92AF-34AF6D9B6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81" name="Oval 411">
                  <a:extLst>
                    <a:ext uri="{FF2B5EF4-FFF2-40B4-BE49-F238E27FC236}">
                      <a16:creationId xmlns:a16="http://schemas.microsoft.com/office/drawing/2014/main" id="{CE84811F-4135-D649-8EDD-041E3B7DB5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82" name="Group 137">
                  <a:extLst>
                    <a:ext uri="{FF2B5EF4-FFF2-40B4-BE49-F238E27FC236}">
                      <a16:creationId xmlns:a16="http://schemas.microsoft.com/office/drawing/2014/main" id="{89D11E81-5943-9546-8ED6-138B0681FC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85" name="Freeform 138">
                    <a:extLst>
                      <a:ext uri="{FF2B5EF4-FFF2-40B4-BE49-F238E27FC236}">
                        <a16:creationId xmlns:a16="http://schemas.microsoft.com/office/drawing/2014/main" id="{2C1B98E1-AA86-0B47-8E2A-25888DD058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86" name="Freeform 139">
                    <a:extLst>
                      <a:ext uri="{FF2B5EF4-FFF2-40B4-BE49-F238E27FC236}">
                        <a16:creationId xmlns:a16="http://schemas.microsoft.com/office/drawing/2014/main" id="{7FF101D2-49D9-AE4E-919A-C4C7726A0D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83" name="Line 140">
                  <a:extLst>
                    <a:ext uri="{FF2B5EF4-FFF2-40B4-BE49-F238E27FC236}">
                      <a16:creationId xmlns:a16="http://schemas.microsoft.com/office/drawing/2014/main" id="{5B8F7B16-0C45-7E42-ADCD-5E7517E3D5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84" name="Line 141">
                  <a:extLst>
                    <a:ext uri="{FF2B5EF4-FFF2-40B4-BE49-F238E27FC236}">
                      <a16:creationId xmlns:a16="http://schemas.microsoft.com/office/drawing/2014/main" id="{950F113E-DA34-3441-B7E0-F5D6118B70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4766" name="Group 331">
              <a:extLst>
                <a:ext uri="{FF2B5EF4-FFF2-40B4-BE49-F238E27FC236}">
                  <a16:creationId xmlns:a16="http://schemas.microsoft.com/office/drawing/2014/main" id="{3E8E904B-DA51-7044-960E-160B10CFA6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3401" y="2755897"/>
              <a:ext cx="3467099" cy="1193800"/>
              <a:chOff x="7848600" y="2044700"/>
              <a:chExt cx="3200399" cy="1371600"/>
            </a:xfrm>
          </p:grpSpPr>
          <p:sp>
            <p:nvSpPr>
              <p:cNvPr id="214879" name="Oval 332">
                <a:extLst>
                  <a:ext uri="{FF2B5EF4-FFF2-40B4-BE49-F238E27FC236}">
                    <a16:creationId xmlns:a16="http://schemas.microsoft.com/office/drawing/2014/main" id="{7B41C129-8254-5B46-9535-041237172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80" name="Group 133">
                <a:extLst>
                  <a:ext uri="{FF2B5EF4-FFF2-40B4-BE49-F238E27FC236}">
                    <a16:creationId xmlns:a16="http://schemas.microsoft.com/office/drawing/2014/main" id="{5C4C585B-878B-A347-97D2-4780686220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4953" name="Oval 407">
                  <a:extLst>
                    <a:ext uri="{FF2B5EF4-FFF2-40B4-BE49-F238E27FC236}">
                      <a16:creationId xmlns:a16="http://schemas.microsoft.com/office/drawing/2014/main" id="{58B34C55-768F-6A42-94A2-D84FC33FCF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54" name="Rectangle 410">
                  <a:extLst>
                    <a:ext uri="{FF2B5EF4-FFF2-40B4-BE49-F238E27FC236}">
                      <a16:creationId xmlns:a16="http://schemas.microsoft.com/office/drawing/2014/main" id="{480C9BC8-38D2-8F42-8886-7D647CC9A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55" name="Oval 411">
                  <a:extLst>
                    <a:ext uri="{FF2B5EF4-FFF2-40B4-BE49-F238E27FC236}">
                      <a16:creationId xmlns:a16="http://schemas.microsoft.com/office/drawing/2014/main" id="{844B2587-797A-9E48-A6F8-4E644103DF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56" name="Group 137">
                  <a:extLst>
                    <a:ext uri="{FF2B5EF4-FFF2-40B4-BE49-F238E27FC236}">
                      <a16:creationId xmlns:a16="http://schemas.microsoft.com/office/drawing/2014/main" id="{ED83D893-B244-F841-8F21-FF14CB98F7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59" name="Freeform 138">
                    <a:extLst>
                      <a:ext uri="{FF2B5EF4-FFF2-40B4-BE49-F238E27FC236}">
                        <a16:creationId xmlns:a16="http://schemas.microsoft.com/office/drawing/2014/main" id="{26C54EC9-D50C-784C-B384-FC13867100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60" name="Freeform 139">
                    <a:extLst>
                      <a:ext uri="{FF2B5EF4-FFF2-40B4-BE49-F238E27FC236}">
                        <a16:creationId xmlns:a16="http://schemas.microsoft.com/office/drawing/2014/main" id="{0840D0DE-29A5-7446-9AC0-59A6A541B1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57" name="Line 140">
                  <a:extLst>
                    <a:ext uri="{FF2B5EF4-FFF2-40B4-BE49-F238E27FC236}">
                      <a16:creationId xmlns:a16="http://schemas.microsoft.com/office/drawing/2014/main" id="{6A20D372-A6F8-644C-BBA0-F173BFF5E5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58" name="Line 141">
                  <a:extLst>
                    <a:ext uri="{FF2B5EF4-FFF2-40B4-BE49-F238E27FC236}">
                      <a16:creationId xmlns:a16="http://schemas.microsoft.com/office/drawing/2014/main" id="{59432A0A-6FC3-1347-856E-4376EB532A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214881" name="Straight Connector 334">
                <a:extLst>
                  <a:ext uri="{FF2B5EF4-FFF2-40B4-BE49-F238E27FC236}">
                    <a16:creationId xmlns:a16="http://schemas.microsoft.com/office/drawing/2014/main" id="{56EDE1ED-43C5-1E45-89CD-72D29F7754C7}"/>
                  </a:ext>
                </a:extLst>
              </p:cNvPr>
              <p:cNvCxnSpPr>
                <a:cxnSpLocks noChangeShapeType="1"/>
                <a:stCxn id="214958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2" name="Straight Connector 335">
                <a:extLst>
                  <a:ext uri="{FF2B5EF4-FFF2-40B4-BE49-F238E27FC236}">
                    <a16:creationId xmlns:a16="http://schemas.microsoft.com/office/drawing/2014/main" id="{CA59E409-A641-F649-9C39-137F2E0EFF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3" name="Straight Connector 336">
                <a:extLst>
                  <a:ext uri="{FF2B5EF4-FFF2-40B4-BE49-F238E27FC236}">
                    <a16:creationId xmlns:a16="http://schemas.microsoft.com/office/drawing/2014/main" id="{63310C3D-F459-4A48-85B0-6DBAF4B9563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4" name="Straight Connector 337">
                <a:extLst>
                  <a:ext uri="{FF2B5EF4-FFF2-40B4-BE49-F238E27FC236}">
                    <a16:creationId xmlns:a16="http://schemas.microsoft.com/office/drawing/2014/main" id="{393C256D-17DE-C14C-A053-2B5037F6BA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5" name="Straight Connector 338">
                <a:extLst>
                  <a:ext uri="{FF2B5EF4-FFF2-40B4-BE49-F238E27FC236}">
                    <a16:creationId xmlns:a16="http://schemas.microsoft.com/office/drawing/2014/main" id="{3132CDA4-F605-0C43-AC9F-31CAAD39BC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6" name="Straight Connector 339">
                <a:extLst>
                  <a:ext uri="{FF2B5EF4-FFF2-40B4-BE49-F238E27FC236}">
                    <a16:creationId xmlns:a16="http://schemas.microsoft.com/office/drawing/2014/main" id="{849F43A0-4F73-8B48-9DF3-63B5685C21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7" name="Straight Connector 340">
                <a:extLst>
                  <a:ext uri="{FF2B5EF4-FFF2-40B4-BE49-F238E27FC236}">
                    <a16:creationId xmlns:a16="http://schemas.microsoft.com/office/drawing/2014/main" id="{77D98566-3CAC-2E4C-B7C1-83CC87885A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8" name="Straight Connector 341">
                <a:extLst>
                  <a:ext uri="{FF2B5EF4-FFF2-40B4-BE49-F238E27FC236}">
                    <a16:creationId xmlns:a16="http://schemas.microsoft.com/office/drawing/2014/main" id="{00F6379E-F876-B745-9449-8989467673D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9" name="Straight Connector 342">
                <a:extLst>
                  <a:ext uri="{FF2B5EF4-FFF2-40B4-BE49-F238E27FC236}">
                    <a16:creationId xmlns:a16="http://schemas.microsoft.com/office/drawing/2014/main" id="{7A9EA18B-18C7-B04D-97E8-40EF34756088}"/>
                  </a:ext>
                </a:extLst>
              </p:cNvPr>
              <p:cNvCxnSpPr>
                <a:cxnSpLocks noChangeShapeType="1"/>
                <a:endCxn id="214953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4890" name="Group 133">
                <a:extLst>
                  <a:ext uri="{FF2B5EF4-FFF2-40B4-BE49-F238E27FC236}">
                    <a16:creationId xmlns:a16="http://schemas.microsoft.com/office/drawing/2014/main" id="{B454283F-7059-3F41-B00C-7084EF12B0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4945" name="Oval 407">
                  <a:extLst>
                    <a:ext uri="{FF2B5EF4-FFF2-40B4-BE49-F238E27FC236}">
                      <a16:creationId xmlns:a16="http://schemas.microsoft.com/office/drawing/2014/main" id="{16179EE7-A6C4-DE49-8F45-6A1C75C89A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46" name="Rectangle 410">
                  <a:extLst>
                    <a:ext uri="{FF2B5EF4-FFF2-40B4-BE49-F238E27FC236}">
                      <a16:creationId xmlns:a16="http://schemas.microsoft.com/office/drawing/2014/main" id="{E61F161A-2069-174F-BB9D-0BFCB09BCB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47" name="Oval 411">
                  <a:extLst>
                    <a:ext uri="{FF2B5EF4-FFF2-40B4-BE49-F238E27FC236}">
                      <a16:creationId xmlns:a16="http://schemas.microsoft.com/office/drawing/2014/main" id="{DCE0EDDA-59B8-3C4B-80EE-F321CF26CB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48" name="Group 137">
                  <a:extLst>
                    <a:ext uri="{FF2B5EF4-FFF2-40B4-BE49-F238E27FC236}">
                      <a16:creationId xmlns:a16="http://schemas.microsoft.com/office/drawing/2014/main" id="{468E7651-7FB2-3840-B545-B3AA77879B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51" name="Freeform 138">
                    <a:extLst>
                      <a:ext uri="{FF2B5EF4-FFF2-40B4-BE49-F238E27FC236}">
                        <a16:creationId xmlns:a16="http://schemas.microsoft.com/office/drawing/2014/main" id="{BFC5CDDB-0DEB-AB47-85E6-725EE95A86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52" name="Freeform 139">
                    <a:extLst>
                      <a:ext uri="{FF2B5EF4-FFF2-40B4-BE49-F238E27FC236}">
                        <a16:creationId xmlns:a16="http://schemas.microsoft.com/office/drawing/2014/main" id="{29752483-9F93-E648-B3D9-E035DB7422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49" name="Line 140">
                  <a:extLst>
                    <a:ext uri="{FF2B5EF4-FFF2-40B4-BE49-F238E27FC236}">
                      <a16:creationId xmlns:a16="http://schemas.microsoft.com/office/drawing/2014/main" id="{933BF7D9-7B89-5642-8E51-F9D93C5E9F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50" name="Line 141">
                  <a:extLst>
                    <a:ext uri="{FF2B5EF4-FFF2-40B4-BE49-F238E27FC236}">
                      <a16:creationId xmlns:a16="http://schemas.microsoft.com/office/drawing/2014/main" id="{694A4DD2-7DC2-4343-B911-D825B51141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1" name="Group 133">
                <a:extLst>
                  <a:ext uri="{FF2B5EF4-FFF2-40B4-BE49-F238E27FC236}">
                    <a16:creationId xmlns:a16="http://schemas.microsoft.com/office/drawing/2014/main" id="{5B523D0D-0ACA-4A46-8EF3-8544022CCB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4937" name="Oval 407">
                  <a:extLst>
                    <a:ext uri="{FF2B5EF4-FFF2-40B4-BE49-F238E27FC236}">
                      <a16:creationId xmlns:a16="http://schemas.microsoft.com/office/drawing/2014/main" id="{44557442-F861-8945-A5D3-08F36191B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38" name="Rectangle 410">
                  <a:extLst>
                    <a:ext uri="{FF2B5EF4-FFF2-40B4-BE49-F238E27FC236}">
                      <a16:creationId xmlns:a16="http://schemas.microsoft.com/office/drawing/2014/main" id="{9A0AD3C5-303C-2648-AD08-58F240F5A1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39" name="Oval 411">
                  <a:extLst>
                    <a:ext uri="{FF2B5EF4-FFF2-40B4-BE49-F238E27FC236}">
                      <a16:creationId xmlns:a16="http://schemas.microsoft.com/office/drawing/2014/main" id="{99527295-6A93-8D42-9C1A-859F6E2E7A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40" name="Group 137">
                  <a:extLst>
                    <a:ext uri="{FF2B5EF4-FFF2-40B4-BE49-F238E27FC236}">
                      <a16:creationId xmlns:a16="http://schemas.microsoft.com/office/drawing/2014/main" id="{6889C04E-BDD0-8C44-9C33-7E8A92B937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43" name="Freeform 138">
                    <a:extLst>
                      <a:ext uri="{FF2B5EF4-FFF2-40B4-BE49-F238E27FC236}">
                        <a16:creationId xmlns:a16="http://schemas.microsoft.com/office/drawing/2014/main" id="{E79963E5-9A66-D94F-930D-FDDF7E16E6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44" name="Freeform 139">
                    <a:extLst>
                      <a:ext uri="{FF2B5EF4-FFF2-40B4-BE49-F238E27FC236}">
                        <a16:creationId xmlns:a16="http://schemas.microsoft.com/office/drawing/2014/main" id="{DFB74656-045C-3544-9C5D-D12C98D8A2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41" name="Line 140">
                  <a:extLst>
                    <a:ext uri="{FF2B5EF4-FFF2-40B4-BE49-F238E27FC236}">
                      <a16:creationId xmlns:a16="http://schemas.microsoft.com/office/drawing/2014/main" id="{67A22E4C-B602-9341-ADFC-030272A7E8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42" name="Line 141">
                  <a:extLst>
                    <a:ext uri="{FF2B5EF4-FFF2-40B4-BE49-F238E27FC236}">
                      <a16:creationId xmlns:a16="http://schemas.microsoft.com/office/drawing/2014/main" id="{D9CD150D-736B-FB42-968B-A41569ED12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2" name="Group 133">
                <a:extLst>
                  <a:ext uri="{FF2B5EF4-FFF2-40B4-BE49-F238E27FC236}">
                    <a16:creationId xmlns:a16="http://schemas.microsoft.com/office/drawing/2014/main" id="{4F96269A-D5DB-3D45-B24A-F224FD217C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4929" name="Oval 407">
                  <a:extLst>
                    <a:ext uri="{FF2B5EF4-FFF2-40B4-BE49-F238E27FC236}">
                      <a16:creationId xmlns:a16="http://schemas.microsoft.com/office/drawing/2014/main" id="{5D3A6D56-2D1A-2B4E-A1BC-3EF8621573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30" name="Rectangle 410">
                  <a:extLst>
                    <a:ext uri="{FF2B5EF4-FFF2-40B4-BE49-F238E27FC236}">
                      <a16:creationId xmlns:a16="http://schemas.microsoft.com/office/drawing/2014/main" id="{31024D13-23DC-7F42-ADE4-1890A3778C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31" name="Oval 411">
                  <a:extLst>
                    <a:ext uri="{FF2B5EF4-FFF2-40B4-BE49-F238E27FC236}">
                      <a16:creationId xmlns:a16="http://schemas.microsoft.com/office/drawing/2014/main" id="{A9311524-7A9D-C141-A991-A44D0DE753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32" name="Group 137">
                  <a:extLst>
                    <a:ext uri="{FF2B5EF4-FFF2-40B4-BE49-F238E27FC236}">
                      <a16:creationId xmlns:a16="http://schemas.microsoft.com/office/drawing/2014/main" id="{F2F23E7A-FCCF-5C40-8EB5-5DD99D73D9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35" name="Freeform 138">
                    <a:extLst>
                      <a:ext uri="{FF2B5EF4-FFF2-40B4-BE49-F238E27FC236}">
                        <a16:creationId xmlns:a16="http://schemas.microsoft.com/office/drawing/2014/main" id="{C5D4ABE1-25EF-CF4D-904D-B5893BE888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36" name="Freeform 139">
                    <a:extLst>
                      <a:ext uri="{FF2B5EF4-FFF2-40B4-BE49-F238E27FC236}">
                        <a16:creationId xmlns:a16="http://schemas.microsoft.com/office/drawing/2014/main" id="{49B407FC-0950-884C-A170-A7225700F7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33" name="Line 140">
                  <a:extLst>
                    <a:ext uri="{FF2B5EF4-FFF2-40B4-BE49-F238E27FC236}">
                      <a16:creationId xmlns:a16="http://schemas.microsoft.com/office/drawing/2014/main" id="{A0C6D21E-73D0-A94E-A224-4BE792181F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34" name="Line 141">
                  <a:extLst>
                    <a:ext uri="{FF2B5EF4-FFF2-40B4-BE49-F238E27FC236}">
                      <a16:creationId xmlns:a16="http://schemas.microsoft.com/office/drawing/2014/main" id="{A1F68DDD-30D5-D241-B9B6-B744C63FEA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3" name="Group 133">
                <a:extLst>
                  <a:ext uri="{FF2B5EF4-FFF2-40B4-BE49-F238E27FC236}">
                    <a16:creationId xmlns:a16="http://schemas.microsoft.com/office/drawing/2014/main" id="{1AE72059-AB4A-B541-BDDD-73C1C1550D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4921" name="Oval 407">
                  <a:extLst>
                    <a:ext uri="{FF2B5EF4-FFF2-40B4-BE49-F238E27FC236}">
                      <a16:creationId xmlns:a16="http://schemas.microsoft.com/office/drawing/2014/main" id="{4C50720D-270B-F340-8B2B-48739D19D5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22" name="Rectangle 410">
                  <a:extLst>
                    <a:ext uri="{FF2B5EF4-FFF2-40B4-BE49-F238E27FC236}">
                      <a16:creationId xmlns:a16="http://schemas.microsoft.com/office/drawing/2014/main" id="{58A8C69F-98DD-404B-9D35-556E2F5657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23" name="Oval 411">
                  <a:extLst>
                    <a:ext uri="{FF2B5EF4-FFF2-40B4-BE49-F238E27FC236}">
                      <a16:creationId xmlns:a16="http://schemas.microsoft.com/office/drawing/2014/main" id="{372203EF-D65E-5D45-968A-7155BC4742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24" name="Group 137">
                  <a:extLst>
                    <a:ext uri="{FF2B5EF4-FFF2-40B4-BE49-F238E27FC236}">
                      <a16:creationId xmlns:a16="http://schemas.microsoft.com/office/drawing/2014/main" id="{AF0CCC13-E9D4-E54A-832E-4A2BB91F60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27" name="Freeform 138">
                    <a:extLst>
                      <a:ext uri="{FF2B5EF4-FFF2-40B4-BE49-F238E27FC236}">
                        <a16:creationId xmlns:a16="http://schemas.microsoft.com/office/drawing/2014/main" id="{833E5D39-5679-104A-BD9D-6455F8C458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28" name="Freeform 139">
                    <a:extLst>
                      <a:ext uri="{FF2B5EF4-FFF2-40B4-BE49-F238E27FC236}">
                        <a16:creationId xmlns:a16="http://schemas.microsoft.com/office/drawing/2014/main" id="{618EB30C-F20B-1A4E-849A-FE381BD626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25" name="Line 140">
                  <a:extLst>
                    <a:ext uri="{FF2B5EF4-FFF2-40B4-BE49-F238E27FC236}">
                      <a16:creationId xmlns:a16="http://schemas.microsoft.com/office/drawing/2014/main" id="{8ABAD61E-9813-424D-B765-B1FB5424F6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0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26" name="Line 141">
                  <a:extLst>
                    <a:ext uri="{FF2B5EF4-FFF2-40B4-BE49-F238E27FC236}">
                      <a16:creationId xmlns:a16="http://schemas.microsoft.com/office/drawing/2014/main" id="{BFAF4925-1E9B-0746-9F81-A1834EF407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4" name="Group 133">
                <a:extLst>
                  <a:ext uri="{FF2B5EF4-FFF2-40B4-BE49-F238E27FC236}">
                    <a16:creationId xmlns:a16="http://schemas.microsoft.com/office/drawing/2014/main" id="{ABCC5960-7132-DF49-9180-0AB4299873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4913" name="Oval 407">
                  <a:extLst>
                    <a:ext uri="{FF2B5EF4-FFF2-40B4-BE49-F238E27FC236}">
                      <a16:creationId xmlns:a16="http://schemas.microsoft.com/office/drawing/2014/main" id="{9993D20D-577A-0141-BE96-9471B7BFF1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14" name="Rectangle 410">
                  <a:extLst>
                    <a:ext uri="{FF2B5EF4-FFF2-40B4-BE49-F238E27FC236}">
                      <a16:creationId xmlns:a16="http://schemas.microsoft.com/office/drawing/2014/main" id="{EADBEAC3-28C9-F142-A6D8-C4EDB2FB46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15" name="Oval 411">
                  <a:extLst>
                    <a:ext uri="{FF2B5EF4-FFF2-40B4-BE49-F238E27FC236}">
                      <a16:creationId xmlns:a16="http://schemas.microsoft.com/office/drawing/2014/main" id="{4641AFB4-C6F6-9C43-BD33-D22201200D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16" name="Group 137">
                  <a:extLst>
                    <a:ext uri="{FF2B5EF4-FFF2-40B4-BE49-F238E27FC236}">
                      <a16:creationId xmlns:a16="http://schemas.microsoft.com/office/drawing/2014/main" id="{6B647DC5-0E12-644C-BAA9-18EF7CA535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19" name="Freeform 138">
                    <a:extLst>
                      <a:ext uri="{FF2B5EF4-FFF2-40B4-BE49-F238E27FC236}">
                        <a16:creationId xmlns:a16="http://schemas.microsoft.com/office/drawing/2014/main" id="{D8B587DE-3B5E-7A4F-91B5-704E1E598C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20" name="Freeform 139">
                    <a:extLst>
                      <a:ext uri="{FF2B5EF4-FFF2-40B4-BE49-F238E27FC236}">
                        <a16:creationId xmlns:a16="http://schemas.microsoft.com/office/drawing/2014/main" id="{C2E3C77E-2B36-9F4E-BE45-109CAAA275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17" name="Line 140">
                  <a:extLst>
                    <a:ext uri="{FF2B5EF4-FFF2-40B4-BE49-F238E27FC236}">
                      <a16:creationId xmlns:a16="http://schemas.microsoft.com/office/drawing/2014/main" id="{93D7BA37-45DF-BB4A-BEF2-45CFF2B17B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18" name="Line 141">
                  <a:extLst>
                    <a:ext uri="{FF2B5EF4-FFF2-40B4-BE49-F238E27FC236}">
                      <a16:creationId xmlns:a16="http://schemas.microsoft.com/office/drawing/2014/main" id="{276DBD9C-C8DF-D440-8AF7-458B90A451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5" name="Group 133">
                <a:extLst>
                  <a:ext uri="{FF2B5EF4-FFF2-40B4-BE49-F238E27FC236}">
                    <a16:creationId xmlns:a16="http://schemas.microsoft.com/office/drawing/2014/main" id="{CE542F4F-9011-E543-8727-6932E1CEB5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4905" name="Oval 407">
                  <a:extLst>
                    <a:ext uri="{FF2B5EF4-FFF2-40B4-BE49-F238E27FC236}">
                      <a16:creationId xmlns:a16="http://schemas.microsoft.com/office/drawing/2014/main" id="{1A2666CC-F736-5244-8DC9-86F570B53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06" name="Rectangle 410">
                  <a:extLst>
                    <a:ext uri="{FF2B5EF4-FFF2-40B4-BE49-F238E27FC236}">
                      <a16:creationId xmlns:a16="http://schemas.microsoft.com/office/drawing/2014/main" id="{88E24D47-1664-6C48-8189-C40093F41F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07" name="Oval 411">
                  <a:extLst>
                    <a:ext uri="{FF2B5EF4-FFF2-40B4-BE49-F238E27FC236}">
                      <a16:creationId xmlns:a16="http://schemas.microsoft.com/office/drawing/2014/main" id="{CC46FAD9-385C-5943-B79B-D213202771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08" name="Group 137">
                  <a:extLst>
                    <a:ext uri="{FF2B5EF4-FFF2-40B4-BE49-F238E27FC236}">
                      <a16:creationId xmlns:a16="http://schemas.microsoft.com/office/drawing/2014/main" id="{AEC68BB1-ACFE-0746-B1AE-6A425D1A48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11" name="Freeform 138">
                    <a:extLst>
                      <a:ext uri="{FF2B5EF4-FFF2-40B4-BE49-F238E27FC236}">
                        <a16:creationId xmlns:a16="http://schemas.microsoft.com/office/drawing/2014/main" id="{A2C7F673-77CF-5047-ABF7-B7DDA35665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12" name="Freeform 139">
                    <a:extLst>
                      <a:ext uri="{FF2B5EF4-FFF2-40B4-BE49-F238E27FC236}">
                        <a16:creationId xmlns:a16="http://schemas.microsoft.com/office/drawing/2014/main" id="{31E3A3EC-9614-B348-A267-9FDAE7D122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09" name="Line 140">
                  <a:extLst>
                    <a:ext uri="{FF2B5EF4-FFF2-40B4-BE49-F238E27FC236}">
                      <a16:creationId xmlns:a16="http://schemas.microsoft.com/office/drawing/2014/main" id="{B0B53522-07E2-5349-BFCF-2EA8A9EE21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10" name="Line 141">
                  <a:extLst>
                    <a:ext uri="{FF2B5EF4-FFF2-40B4-BE49-F238E27FC236}">
                      <a16:creationId xmlns:a16="http://schemas.microsoft.com/office/drawing/2014/main" id="{FBF21EA8-5E65-D349-A56A-6231EDE484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6" name="Group 133">
                <a:extLst>
                  <a:ext uri="{FF2B5EF4-FFF2-40B4-BE49-F238E27FC236}">
                    <a16:creationId xmlns:a16="http://schemas.microsoft.com/office/drawing/2014/main" id="{EB8E41AD-5E44-3241-808C-04AC9AE2DF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4897" name="Oval 407">
                  <a:extLst>
                    <a:ext uri="{FF2B5EF4-FFF2-40B4-BE49-F238E27FC236}">
                      <a16:creationId xmlns:a16="http://schemas.microsoft.com/office/drawing/2014/main" id="{C7F4824E-BB39-AD43-AB0F-C40D6CC075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898" name="Rectangle 410">
                  <a:extLst>
                    <a:ext uri="{FF2B5EF4-FFF2-40B4-BE49-F238E27FC236}">
                      <a16:creationId xmlns:a16="http://schemas.microsoft.com/office/drawing/2014/main" id="{6C5F7E37-F755-074B-8D59-453ADD5005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899" name="Oval 411">
                  <a:extLst>
                    <a:ext uri="{FF2B5EF4-FFF2-40B4-BE49-F238E27FC236}">
                      <a16:creationId xmlns:a16="http://schemas.microsoft.com/office/drawing/2014/main" id="{F8C74AD3-8900-E740-AE48-09AFDAB435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00" name="Group 137">
                  <a:extLst>
                    <a:ext uri="{FF2B5EF4-FFF2-40B4-BE49-F238E27FC236}">
                      <a16:creationId xmlns:a16="http://schemas.microsoft.com/office/drawing/2014/main" id="{4E03FFE4-5C17-C340-B527-2B5B153FF5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03" name="Freeform 138">
                    <a:extLst>
                      <a:ext uri="{FF2B5EF4-FFF2-40B4-BE49-F238E27FC236}">
                        <a16:creationId xmlns:a16="http://schemas.microsoft.com/office/drawing/2014/main" id="{34629F9A-5146-9D48-82EB-AAC63F240F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04" name="Freeform 139">
                    <a:extLst>
                      <a:ext uri="{FF2B5EF4-FFF2-40B4-BE49-F238E27FC236}">
                        <a16:creationId xmlns:a16="http://schemas.microsoft.com/office/drawing/2014/main" id="{F51B690B-3F17-5941-818D-3B154218EA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01" name="Line 140">
                  <a:extLst>
                    <a:ext uri="{FF2B5EF4-FFF2-40B4-BE49-F238E27FC236}">
                      <a16:creationId xmlns:a16="http://schemas.microsoft.com/office/drawing/2014/main" id="{D4337057-3263-D744-B941-D8535F87B9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7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02" name="Line 141">
                  <a:extLst>
                    <a:ext uri="{FF2B5EF4-FFF2-40B4-BE49-F238E27FC236}">
                      <a16:creationId xmlns:a16="http://schemas.microsoft.com/office/drawing/2014/main" id="{296FA59B-D43D-DA45-A03B-5CA3A7658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14767" name="Oval 417">
              <a:extLst>
                <a:ext uri="{FF2B5EF4-FFF2-40B4-BE49-F238E27FC236}">
                  <a16:creationId xmlns:a16="http://schemas.microsoft.com/office/drawing/2014/main" id="{3BAD759A-5BDE-5545-9FC1-E067E689E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600" y="4165596"/>
              <a:ext cx="3086099" cy="116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768" name="Group 133">
              <a:extLst>
                <a:ext uri="{FF2B5EF4-FFF2-40B4-BE49-F238E27FC236}">
                  <a16:creationId xmlns:a16="http://schemas.microsoft.com/office/drawing/2014/main" id="{52A4CA0D-886A-484E-A0D1-29D40EBCEE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2273" y="4264500"/>
              <a:ext cx="513732" cy="157430"/>
              <a:chOff x="2356" y="1300"/>
              <a:chExt cx="555" cy="194"/>
            </a:xfrm>
          </p:grpSpPr>
          <p:sp>
            <p:nvSpPr>
              <p:cNvPr id="214871" name="Oval 492">
                <a:extLst>
                  <a:ext uri="{FF2B5EF4-FFF2-40B4-BE49-F238E27FC236}">
                    <a16:creationId xmlns:a16="http://schemas.microsoft.com/office/drawing/2014/main" id="{B0BCE71C-E8E3-224B-A302-18CB9EF8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72" name="Rectangle 410">
                <a:extLst>
                  <a:ext uri="{FF2B5EF4-FFF2-40B4-BE49-F238E27FC236}">
                    <a16:creationId xmlns:a16="http://schemas.microsoft.com/office/drawing/2014/main" id="{7826F0C2-ABE4-604D-826E-4CA039F8C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73" name="Oval 411">
                <a:extLst>
                  <a:ext uri="{FF2B5EF4-FFF2-40B4-BE49-F238E27FC236}">
                    <a16:creationId xmlns:a16="http://schemas.microsoft.com/office/drawing/2014/main" id="{99883D22-C913-7847-A84B-16BB482A4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74" name="Group 137">
                <a:extLst>
                  <a:ext uri="{FF2B5EF4-FFF2-40B4-BE49-F238E27FC236}">
                    <a16:creationId xmlns:a16="http://schemas.microsoft.com/office/drawing/2014/main" id="{E1233C47-3BC8-DC40-B856-2F3569E06F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77" name="Freeform 138">
                  <a:extLst>
                    <a:ext uri="{FF2B5EF4-FFF2-40B4-BE49-F238E27FC236}">
                      <a16:creationId xmlns:a16="http://schemas.microsoft.com/office/drawing/2014/main" id="{CF1B1763-A84A-B84C-9D68-4357477FD0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78" name="Freeform 139">
                  <a:extLst>
                    <a:ext uri="{FF2B5EF4-FFF2-40B4-BE49-F238E27FC236}">
                      <a16:creationId xmlns:a16="http://schemas.microsoft.com/office/drawing/2014/main" id="{B0EC3937-4C4D-D441-8864-91E86FA251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75" name="Line 140">
                <a:extLst>
                  <a:ext uri="{FF2B5EF4-FFF2-40B4-BE49-F238E27FC236}">
                    <a16:creationId xmlns:a16="http://schemas.microsoft.com/office/drawing/2014/main" id="{7750BF78-38D2-DE44-B1E2-80A17B1E8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76" name="Line 141">
                <a:extLst>
                  <a:ext uri="{FF2B5EF4-FFF2-40B4-BE49-F238E27FC236}">
                    <a16:creationId xmlns:a16="http://schemas.microsoft.com/office/drawing/2014/main" id="{DB5E2913-28CB-5649-807C-384C9CDC26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214769" name="Straight Connector 419">
              <a:extLst>
                <a:ext uri="{FF2B5EF4-FFF2-40B4-BE49-F238E27FC236}">
                  <a16:creationId xmlns:a16="http://schemas.microsoft.com/office/drawing/2014/main" id="{7A0AF1D9-D5AD-A94E-8A63-B763BF81BC72}"/>
                </a:ext>
              </a:extLst>
            </p:cNvPr>
            <p:cNvCxnSpPr>
              <a:cxnSpLocks noChangeShapeType="1"/>
              <a:stCxn id="214876" idx="0"/>
            </p:cNvCxnSpPr>
            <p:nvPr/>
          </p:nvCxnSpPr>
          <p:spPr bwMode="auto">
            <a:xfrm>
              <a:off x="2662301" y="4315623"/>
              <a:ext cx="940541" cy="11630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0" name="Straight Connector 420">
              <a:extLst>
                <a:ext uri="{FF2B5EF4-FFF2-40B4-BE49-F238E27FC236}">
                  <a16:creationId xmlns:a16="http://schemas.microsoft.com/office/drawing/2014/main" id="{B51F1F90-5831-724C-9EDC-6D839F30EE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12420" y="4624308"/>
              <a:ext cx="116433" cy="710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1" name="Straight Connector 421">
              <a:extLst>
                <a:ext uri="{FF2B5EF4-FFF2-40B4-BE49-F238E27FC236}">
                  <a16:creationId xmlns:a16="http://schemas.microsoft.com/office/drawing/2014/main" id="{F02E00D3-03F7-3241-8926-EE992527EA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20421" y="4797919"/>
              <a:ext cx="234667" cy="3886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2" name="Straight Connector 422">
              <a:extLst>
                <a:ext uri="{FF2B5EF4-FFF2-40B4-BE49-F238E27FC236}">
                  <a16:creationId xmlns:a16="http://schemas.microsoft.com/office/drawing/2014/main" id="{58D8E48A-BD79-8740-8710-2C1F1308DF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36021" y="4648548"/>
              <a:ext cx="185893" cy="9334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3" name="Straight Connector 423">
              <a:extLst>
                <a:ext uri="{FF2B5EF4-FFF2-40B4-BE49-F238E27FC236}">
                  <a16:creationId xmlns:a16="http://schemas.microsoft.com/office/drawing/2014/main" id="{5B13BFDD-C5EF-AF4C-AEAB-E43E9F7E10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48386" y="4902256"/>
              <a:ext cx="185893" cy="9334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4" name="Straight Connector 424">
              <a:extLst>
                <a:ext uri="{FF2B5EF4-FFF2-40B4-BE49-F238E27FC236}">
                  <a16:creationId xmlns:a16="http://schemas.microsoft.com/office/drawing/2014/main" id="{0AE4B68E-6699-F245-B240-F4F9E3FBC0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127556" y="4839857"/>
              <a:ext cx="243934" cy="21547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5" name="Straight Connector 425">
              <a:extLst>
                <a:ext uri="{FF2B5EF4-FFF2-40B4-BE49-F238E27FC236}">
                  <a16:creationId xmlns:a16="http://schemas.microsoft.com/office/drawing/2014/main" id="{41157C2E-2B04-1C49-B90C-160EEC4FE6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01475" y="4827798"/>
              <a:ext cx="342282" cy="105961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6" name="Straight Connector 426">
              <a:extLst>
                <a:ext uri="{FF2B5EF4-FFF2-40B4-BE49-F238E27FC236}">
                  <a16:creationId xmlns:a16="http://schemas.microsoft.com/office/drawing/2014/main" id="{934D45D4-B1CF-784C-B94A-16BE7E2031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587811" y="4532353"/>
              <a:ext cx="273243" cy="16667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7" name="Straight Connector 427">
              <a:extLst>
                <a:ext uri="{FF2B5EF4-FFF2-40B4-BE49-F238E27FC236}">
                  <a16:creationId xmlns:a16="http://schemas.microsoft.com/office/drawing/2014/main" id="{06E30078-B071-9349-AB58-0B35335E7F04}"/>
                </a:ext>
              </a:extLst>
            </p:cNvPr>
            <p:cNvCxnSpPr>
              <a:cxnSpLocks noChangeShapeType="1"/>
              <a:endCxn id="214871" idx="4"/>
            </p:cNvCxnSpPr>
            <p:nvPr/>
          </p:nvCxnSpPr>
          <p:spPr bwMode="auto">
            <a:xfrm flipH="1" flipV="1">
              <a:off x="2408213" y="4421930"/>
              <a:ext cx="396306" cy="7426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4778" name="Group 133">
              <a:extLst>
                <a:ext uri="{FF2B5EF4-FFF2-40B4-BE49-F238E27FC236}">
                  <a16:creationId xmlns:a16="http://schemas.microsoft.com/office/drawing/2014/main" id="{EAA5A0A7-E86D-1C43-A64D-EC874E3D5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4256" y="4681756"/>
              <a:ext cx="513732" cy="157430"/>
              <a:chOff x="2356" y="1300"/>
              <a:chExt cx="555" cy="194"/>
            </a:xfrm>
          </p:grpSpPr>
          <p:sp>
            <p:nvSpPr>
              <p:cNvPr id="214863" name="Oval 407">
                <a:extLst>
                  <a:ext uri="{FF2B5EF4-FFF2-40B4-BE49-F238E27FC236}">
                    <a16:creationId xmlns:a16="http://schemas.microsoft.com/office/drawing/2014/main" id="{D93EE23C-1EFB-0544-A207-A8F336196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64" name="Rectangle 410">
                <a:extLst>
                  <a:ext uri="{FF2B5EF4-FFF2-40B4-BE49-F238E27FC236}">
                    <a16:creationId xmlns:a16="http://schemas.microsoft.com/office/drawing/2014/main" id="{B4DCD123-DB37-2642-8237-860AAF5AA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65" name="Oval 411">
                <a:extLst>
                  <a:ext uri="{FF2B5EF4-FFF2-40B4-BE49-F238E27FC236}">
                    <a16:creationId xmlns:a16="http://schemas.microsoft.com/office/drawing/2014/main" id="{E8A6E07F-C85A-5E43-9F52-691CD0004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66" name="Group 137">
                <a:extLst>
                  <a:ext uri="{FF2B5EF4-FFF2-40B4-BE49-F238E27FC236}">
                    <a16:creationId xmlns:a16="http://schemas.microsoft.com/office/drawing/2014/main" id="{E4B6828B-A1AB-FF46-92A4-327E181B1B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69" name="Freeform 138">
                  <a:extLst>
                    <a:ext uri="{FF2B5EF4-FFF2-40B4-BE49-F238E27FC236}">
                      <a16:creationId xmlns:a16="http://schemas.microsoft.com/office/drawing/2014/main" id="{273FFF12-34FA-2848-AB58-65BA1BF5B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70" name="Freeform 139">
                  <a:extLst>
                    <a:ext uri="{FF2B5EF4-FFF2-40B4-BE49-F238E27FC236}">
                      <a16:creationId xmlns:a16="http://schemas.microsoft.com/office/drawing/2014/main" id="{ED11D114-BEF7-9841-B6C1-7256FAD6EA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67" name="Line 140">
                <a:extLst>
                  <a:ext uri="{FF2B5EF4-FFF2-40B4-BE49-F238E27FC236}">
                    <a16:creationId xmlns:a16="http://schemas.microsoft.com/office/drawing/2014/main" id="{7E3C3D61-BB03-694B-809B-C2395F9E2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68" name="Line 141">
                <a:extLst>
                  <a:ext uri="{FF2B5EF4-FFF2-40B4-BE49-F238E27FC236}">
                    <a16:creationId xmlns:a16="http://schemas.microsoft.com/office/drawing/2014/main" id="{BDCD8423-B1D7-264F-A789-EE3FD53C0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79" name="Group 133">
              <a:extLst>
                <a:ext uri="{FF2B5EF4-FFF2-40B4-BE49-F238E27FC236}">
                  <a16:creationId xmlns:a16="http://schemas.microsoft.com/office/drawing/2014/main" id="{DD0A5154-B069-2F4A-9897-73C73342A7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9607" y="4745631"/>
              <a:ext cx="513732" cy="157430"/>
              <a:chOff x="2356" y="1300"/>
              <a:chExt cx="555" cy="194"/>
            </a:xfrm>
          </p:grpSpPr>
          <p:sp>
            <p:nvSpPr>
              <p:cNvPr id="214855" name="Oval 407">
                <a:extLst>
                  <a:ext uri="{FF2B5EF4-FFF2-40B4-BE49-F238E27FC236}">
                    <a16:creationId xmlns:a16="http://schemas.microsoft.com/office/drawing/2014/main" id="{707E0996-C8FE-BA4D-8978-5E3725233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56" name="Rectangle 410">
                <a:extLst>
                  <a:ext uri="{FF2B5EF4-FFF2-40B4-BE49-F238E27FC236}">
                    <a16:creationId xmlns:a16="http://schemas.microsoft.com/office/drawing/2014/main" id="{2163E06B-55E6-D542-9479-6D9916BA3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57" name="Oval 411">
                <a:extLst>
                  <a:ext uri="{FF2B5EF4-FFF2-40B4-BE49-F238E27FC236}">
                    <a16:creationId xmlns:a16="http://schemas.microsoft.com/office/drawing/2014/main" id="{FEE2B1A6-60D2-9F49-80F4-CDCE0767A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58" name="Group 137">
                <a:extLst>
                  <a:ext uri="{FF2B5EF4-FFF2-40B4-BE49-F238E27FC236}">
                    <a16:creationId xmlns:a16="http://schemas.microsoft.com/office/drawing/2014/main" id="{78B71DD3-415F-894C-985D-EE72BDDAF2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61" name="Freeform 138">
                  <a:extLst>
                    <a:ext uri="{FF2B5EF4-FFF2-40B4-BE49-F238E27FC236}">
                      <a16:creationId xmlns:a16="http://schemas.microsoft.com/office/drawing/2014/main" id="{7DB0D2B3-0A7D-DA48-A0B7-C6FF47896C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62" name="Freeform 139">
                  <a:extLst>
                    <a:ext uri="{FF2B5EF4-FFF2-40B4-BE49-F238E27FC236}">
                      <a16:creationId xmlns:a16="http://schemas.microsoft.com/office/drawing/2014/main" id="{DFC94E12-76F6-7946-AEDF-586C62F81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59" name="Line 140">
                <a:extLst>
                  <a:ext uri="{FF2B5EF4-FFF2-40B4-BE49-F238E27FC236}">
                    <a16:creationId xmlns:a16="http://schemas.microsoft.com/office/drawing/2014/main" id="{16FB8961-0964-FE4E-AE70-30BBA6721C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60" name="Line 141">
                <a:extLst>
                  <a:ext uri="{FF2B5EF4-FFF2-40B4-BE49-F238E27FC236}">
                    <a16:creationId xmlns:a16="http://schemas.microsoft.com/office/drawing/2014/main" id="{4875877B-DCA6-6043-8A8A-FE645F4B4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0" name="Group 133">
              <a:extLst>
                <a:ext uri="{FF2B5EF4-FFF2-40B4-BE49-F238E27FC236}">
                  <a16:creationId xmlns:a16="http://schemas.microsoft.com/office/drawing/2014/main" id="{B255C83F-46E2-2749-97EE-0B2028B6B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7612" y="4492206"/>
              <a:ext cx="513732" cy="157430"/>
              <a:chOff x="2356" y="1300"/>
              <a:chExt cx="555" cy="194"/>
            </a:xfrm>
          </p:grpSpPr>
          <p:sp>
            <p:nvSpPr>
              <p:cNvPr id="214847" name="Oval 407">
                <a:extLst>
                  <a:ext uri="{FF2B5EF4-FFF2-40B4-BE49-F238E27FC236}">
                    <a16:creationId xmlns:a16="http://schemas.microsoft.com/office/drawing/2014/main" id="{3CDE67C2-116B-5B44-88BD-E95F78417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48" name="Rectangle 410">
                <a:extLst>
                  <a:ext uri="{FF2B5EF4-FFF2-40B4-BE49-F238E27FC236}">
                    <a16:creationId xmlns:a16="http://schemas.microsoft.com/office/drawing/2014/main" id="{2D363C4F-05EC-FE43-AD31-4CFF9075D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49" name="Oval 411">
                <a:extLst>
                  <a:ext uri="{FF2B5EF4-FFF2-40B4-BE49-F238E27FC236}">
                    <a16:creationId xmlns:a16="http://schemas.microsoft.com/office/drawing/2014/main" id="{F0EBCA53-2CFF-6843-8B32-66660328A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50" name="Group 137">
                <a:extLst>
                  <a:ext uri="{FF2B5EF4-FFF2-40B4-BE49-F238E27FC236}">
                    <a16:creationId xmlns:a16="http://schemas.microsoft.com/office/drawing/2014/main" id="{8D22F74A-AFFA-0042-8B4D-F1833B567D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53" name="Freeform 138">
                  <a:extLst>
                    <a:ext uri="{FF2B5EF4-FFF2-40B4-BE49-F238E27FC236}">
                      <a16:creationId xmlns:a16="http://schemas.microsoft.com/office/drawing/2014/main" id="{703E87B3-22AF-4147-94A9-B72E576C46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54" name="Freeform 139">
                  <a:extLst>
                    <a:ext uri="{FF2B5EF4-FFF2-40B4-BE49-F238E27FC236}">
                      <a16:creationId xmlns:a16="http://schemas.microsoft.com/office/drawing/2014/main" id="{BA65DB44-CA13-3B44-B246-7D68410F47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51" name="Line 140">
                <a:extLst>
                  <a:ext uri="{FF2B5EF4-FFF2-40B4-BE49-F238E27FC236}">
                    <a16:creationId xmlns:a16="http://schemas.microsoft.com/office/drawing/2014/main" id="{EC912430-2C5C-494B-AD18-A54B9E635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52" name="Line 141">
                <a:extLst>
                  <a:ext uri="{FF2B5EF4-FFF2-40B4-BE49-F238E27FC236}">
                    <a16:creationId xmlns:a16="http://schemas.microsoft.com/office/drawing/2014/main" id="{F727E1B5-935F-7248-A3DB-31F27602AE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1" name="Group 133">
              <a:extLst>
                <a:ext uri="{FF2B5EF4-FFF2-40B4-BE49-F238E27FC236}">
                  <a16:creationId xmlns:a16="http://schemas.microsoft.com/office/drawing/2014/main" id="{F638E17D-494A-F746-A457-A1084469C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8257" y="4374514"/>
              <a:ext cx="513732" cy="157430"/>
              <a:chOff x="2356" y="1300"/>
              <a:chExt cx="555" cy="194"/>
            </a:xfrm>
          </p:grpSpPr>
          <p:sp>
            <p:nvSpPr>
              <p:cNvPr id="214839" name="Oval 407">
                <a:extLst>
                  <a:ext uri="{FF2B5EF4-FFF2-40B4-BE49-F238E27FC236}">
                    <a16:creationId xmlns:a16="http://schemas.microsoft.com/office/drawing/2014/main" id="{9B051B41-B4FF-C043-B21E-027F52B7E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40" name="Rectangle 410">
                <a:extLst>
                  <a:ext uri="{FF2B5EF4-FFF2-40B4-BE49-F238E27FC236}">
                    <a16:creationId xmlns:a16="http://schemas.microsoft.com/office/drawing/2014/main" id="{D1CCE3F2-95E6-6F40-B619-21BCC84AC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41" name="Oval 411">
                <a:extLst>
                  <a:ext uri="{FF2B5EF4-FFF2-40B4-BE49-F238E27FC236}">
                    <a16:creationId xmlns:a16="http://schemas.microsoft.com/office/drawing/2014/main" id="{A967DF73-9E5A-BA4A-A6B1-4D97819E5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42" name="Group 137">
                <a:extLst>
                  <a:ext uri="{FF2B5EF4-FFF2-40B4-BE49-F238E27FC236}">
                    <a16:creationId xmlns:a16="http://schemas.microsoft.com/office/drawing/2014/main" id="{F8384F1B-531F-EA4E-991F-9A0DC1097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45" name="Freeform 138">
                  <a:extLst>
                    <a:ext uri="{FF2B5EF4-FFF2-40B4-BE49-F238E27FC236}">
                      <a16:creationId xmlns:a16="http://schemas.microsoft.com/office/drawing/2014/main" id="{874988F7-966B-8646-AF63-EB7E557176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46" name="Freeform 139">
                  <a:extLst>
                    <a:ext uri="{FF2B5EF4-FFF2-40B4-BE49-F238E27FC236}">
                      <a16:creationId xmlns:a16="http://schemas.microsoft.com/office/drawing/2014/main" id="{82067B18-A903-5E48-9F54-088730946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43" name="Line 140">
                <a:extLst>
                  <a:ext uri="{FF2B5EF4-FFF2-40B4-BE49-F238E27FC236}">
                    <a16:creationId xmlns:a16="http://schemas.microsoft.com/office/drawing/2014/main" id="{B2FA9052-838C-8C4F-BCE4-C70E8AFD8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44" name="Line 141">
                <a:extLst>
                  <a:ext uri="{FF2B5EF4-FFF2-40B4-BE49-F238E27FC236}">
                    <a16:creationId xmlns:a16="http://schemas.microsoft.com/office/drawing/2014/main" id="{DF12AE87-8E42-C640-BCB3-C6C7B7E35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2" name="Group 133">
              <a:extLst>
                <a:ext uri="{FF2B5EF4-FFF2-40B4-BE49-F238E27FC236}">
                  <a16:creationId xmlns:a16="http://schemas.microsoft.com/office/drawing/2014/main" id="{D9BA981B-88F2-2048-841F-AFB6D229D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7517" y="4879598"/>
              <a:ext cx="513732" cy="157430"/>
              <a:chOff x="2356" y="1300"/>
              <a:chExt cx="555" cy="194"/>
            </a:xfrm>
          </p:grpSpPr>
          <p:sp>
            <p:nvSpPr>
              <p:cNvPr id="214831" name="Oval 407">
                <a:extLst>
                  <a:ext uri="{FF2B5EF4-FFF2-40B4-BE49-F238E27FC236}">
                    <a16:creationId xmlns:a16="http://schemas.microsoft.com/office/drawing/2014/main" id="{E3191F18-65FC-9742-AAF4-38B27CEF6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32" name="Rectangle 410">
                <a:extLst>
                  <a:ext uri="{FF2B5EF4-FFF2-40B4-BE49-F238E27FC236}">
                    <a16:creationId xmlns:a16="http://schemas.microsoft.com/office/drawing/2014/main" id="{04CA71FA-FD06-D54B-960C-DDD9E9400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33" name="Oval 411">
                <a:extLst>
                  <a:ext uri="{FF2B5EF4-FFF2-40B4-BE49-F238E27FC236}">
                    <a16:creationId xmlns:a16="http://schemas.microsoft.com/office/drawing/2014/main" id="{E6140C2C-EDAC-8645-8F8C-E7AC0F6EE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34" name="Group 137">
                <a:extLst>
                  <a:ext uri="{FF2B5EF4-FFF2-40B4-BE49-F238E27FC236}">
                    <a16:creationId xmlns:a16="http://schemas.microsoft.com/office/drawing/2014/main" id="{1DA61B62-5433-BE42-9505-4A887F2B93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37" name="Freeform 138">
                  <a:extLst>
                    <a:ext uri="{FF2B5EF4-FFF2-40B4-BE49-F238E27FC236}">
                      <a16:creationId xmlns:a16="http://schemas.microsoft.com/office/drawing/2014/main" id="{8C0DD640-5598-0A47-8FE0-C4C501DF28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38" name="Freeform 139">
                  <a:extLst>
                    <a:ext uri="{FF2B5EF4-FFF2-40B4-BE49-F238E27FC236}">
                      <a16:creationId xmlns:a16="http://schemas.microsoft.com/office/drawing/2014/main" id="{86B3607F-2C46-2D49-9698-D3C3FFBA20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35" name="Line 140">
                <a:extLst>
                  <a:ext uri="{FF2B5EF4-FFF2-40B4-BE49-F238E27FC236}">
                    <a16:creationId xmlns:a16="http://schemas.microsoft.com/office/drawing/2014/main" id="{51E1455A-9671-2546-BE76-D9824127B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36" name="Line 141">
                <a:extLst>
                  <a:ext uri="{FF2B5EF4-FFF2-40B4-BE49-F238E27FC236}">
                    <a16:creationId xmlns:a16="http://schemas.microsoft.com/office/drawing/2014/main" id="{7709D233-6CE8-9444-9BA6-121B10B66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3" name="Group 133">
              <a:extLst>
                <a:ext uri="{FF2B5EF4-FFF2-40B4-BE49-F238E27FC236}">
                  <a16:creationId xmlns:a16="http://schemas.microsoft.com/office/drawing/2014/main" id="{DA6931DE-1DD8-F442-80DA-559C81E0EC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7730" y="5041357"/>
              <a:ext cx="513732" cy="157430"/>
              <a:chOff x="2356" y="1300"/>
              <a:chExt cx="555" cy="194"/>
            </a:xfrm>
          </p:grpSpPr>
          <p:sp>
            <p:nvSpPr>
              <p:cNvPr id="214823" name="Oval 407">
                <a:extLst>
                  <a:ext uri="{FF2B5EF4-FFF2-40B4-BE49-F238E27FC236}">
                    <a16:creationId xmlns:a16="http://schemas.microsoft.com/office/drawing/2014/main" id="{AC436F2E-5FE3-AB4A-8E3A-1F6EB0BD2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24" name="Rectangle 410">
                <a:extLst>
                  <a:ext uri="{FF2B5EF4-FFF2-40B4-BE49-F238E27FC236}">
                    <a16:creationId xmlns:a16="http://schemas.microsoft.com/office/drawing/2014/main" id="{D63B5470-32DD-EF4C-BE70-D7286C398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25" name="Oval 411">
                <a:extLst>
                  <a:ext uri="{FF2B5EF4-FFF2-40B4-BE49-F238E27FC236}">
                    <a16:creationId xmlns:a16="http://schemas.microsoft.com/office/drawing/2014/main" id="{9E18D6BE-84B9-CD4B-A790-9938017B2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26" name="Group 137">
                <a:extLst>
                  <a:ext uri="{FF2B5EF4-FFF2-40B4-BE49-F238E27FC236}">
                    <a16:creationId xmlns:a16="http://schemas.microsoft.com/office/drawing/2014/main" id="{B94942B3-6725-6F41-A4C8-BBF197C7C0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29" name="Freeform 138">
                  <a:extLst>
                    <a:ext uri="{FF2B5EF4-FFF2-40B4-BE49-F238E27FC236}">
                      <a16:creationId xmlns:a16="http://schemas.microsoft.com/office/drawing/2014/main" id="{8BDCE39A-64CE-EE4D-B70F-990CD7FF27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30" name="Freeform 139">
                  <a:extLst>
                    <a:ext uri="{FF2B5EF4-FFF2-40B4-BE49-F238E27FC236}">
                      <a16:creationId xmlns:a16="http://schemas.microsoft.com/office/drawing/2014/main" id="{4038D430-FAAB-5E41-8026-82B88BFB91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27" name="Line 140">
                <a:extLst>
                  <a:ext uri="{FF2B5EF4-FFF2-40B4-BE49-F238E27FC236}">
                    <a16:creationId xmlns:a16="http://schemas.microsoft.com/office/drawing/2014/main" id="{AB69C545-F0FB-A646-B921-9A42AFF873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28" name="Line 141">
                <a:extLst>
                  <a:ext uri="{FF2B5EF4-FFF2-40B4-BE49-F238E27FC236}">
                    <a16:creationId xmlns:a16="http://schemas.microsoft.com/office/drawing/2014/main" id="{BD3DF7FE-3BAA-1C46-AFEE-6DA2D157E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4" name="Group 133">
              <a:extLst>
                <a:ext uri="{FF2B5EF4-FFF2-40B4-BE49-F238E27FC236}">
                  <a16:creationId xmlns:a16="http://schemas.microsoft.com/office/drawing/2014/main" id="{B153CE43-BB57-8345-B434-118B95D7B3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6981" y="4995523"/>
              <a:ext cx="513732" cy="157430"/>
              <a:chOff x="2356" y="1300"/>
              <a:chExt cx="555" cy="194"/>
            </a:xfrm>
          </p:grpSpPr>
          <p:sp>
            <p:nvSpPr>
              <p:cNvPr id="214815" name="Oval 407">
                <a:extLst>
                  <a:ext uri="{FF2B5EF4-FFF2-40B4-BE49-F238E27FC236}">
                    <a16:creationId xmlns:a16="http://schemas.microsoft.com/office/drawing/2014/main" id="{43A93EA8-4C5D-E24E-BA2B-A8BB05962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16" name="Rectangle 410">
                <a:extLst>
                  <a:ext uri="{FF2B5EF4-FFF2-40B4-BE49-F238E27FC236}">
                    <a16:creationId xmlns:a16="http://schemas.microsoft.com/office/drawing/2014/main" id="{49C154B9-C2BF-D945-9630-15D0738C9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17" name="Oval 411">
                <a:extLst>
                  <a:ext uri="{FF2B5EF4-FFF2-40B4-BE49-F238E27FC236}">
                    <a16:creationId xmlns:a16="http://schemas.microsoft.com/office/drawing/2014/main" id="{60B9E8DF-F64B-E341-9FAE-376EC0939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18" name="Group 137">
                <a:extLst>
                  <a:ext uri="{FF2B5EF4-FFF2-40B4-BE49-F238E27FC236}">
                    <a16:creationId xmlns:a16="http://schemas.microsoft.com/office/drawing/2014/main" id="{E257D2A1-69E2-1444-A859-4AFC7C68C4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21" name="Freeform 138">
                  <a:extLst>
                    <a:ext uri="{FF2B5EF4-FFF2-40B4-BE49-F238E27FC236}">
                      <a16:creationId xmlns:a16="http://schemas.microsoft.com/office/drawing/2014/main" id="{F82EE89F-728B-184D-8292-62E17DED4F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22" name="Freeform 139">
                  <a:extLst>
                    <a:ext uri="{FF2B5EF4-FFF2-40B4-BE49-F238E27FC236}">
                      <a16:creationId xmlns:a16="http://schemas.microsoft.com/office/drawing/2014/main" id="{0EEB83C5-B0E8-5041-AA6B-1ED037A4E0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19" name="Line 140">
                <a:extLst>
                  <a:ext uri="{FF2B5EF4-FFF2-40B4-BE49-F238E27FC236}">
                    <a16:creationId xmlns:a16="http://schemas.microsoft.com/office/drawing/2014/main" id="{EAFB93B0-9A23-184A-A135-95A82231FA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20" name="Line 141">
                <a:extLst>
                  <a:ext uri="{FF2B5EF4-FFF2-40B4-BE49-F238E27FC236}">
                    <a16:creationId xmlns:a16="http://schemas.microsoft.com/office/drawing/2014/main" id="{46B990D8-3615-DD41-97A8-2B2FFC4E9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214785" name="Straight Connector 12">
              <a:extLst>
                <a:ext uri="{FF2B5EF4-FFF2-40B4-BE49-F238E27FC236}">
                  <a16:creationId xmlns:a16="http://schemas.microsoft.com/office/drawing/2014/main" id="{C7A74BE5-803F-FE4A-9405-F3F0C581D9BD}"/>
                </a:ext>
              </a:extLst>
            </p:cNvPr>
            <p:cNvCxnSpPr>
              <a:cxnSpLocks noChangeShapeType="1"/>
              <a:endCxn id="214955" idx="1"/>
            </p:cNvCxnSpPr>
            <p:nvPr/>
          </p:nvCxnSpPr>
          <p:spPr bwMode="auto">
            <a:xfrm>
              <a:off x="2382838" y="2609848"/>
              <a:ext cx="238125" cy="2619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86" name="Straight Connector 500">
              <a:extLst>
                <a:ext uri="{FF2B5EF4-FFF2-40B4-BE49-F238E27FC236}">
                  <a16:creationId xmlns:a16="http://schemas.microsoft.com/office/drawing/2014/main" id="{AB661CE2-CEA5-ED4B-A163-59BA3A829AF1}"/>
                </a:ext>
              </a:extLst>
            </p:cNvPr>
            <p:cNvCxnSpPr>
              <a:cxnSpLocks noChangeShapeType="1"/>
              <a:stCxn id="214751" idx="8"/>
              <a:endCxn id="214812" idx="2"/>
            </p:cNvCxnSpPr>
            <p:nvPr/>
          </p:nvCxnSpPr>
          <p:spPr bwMode="auto">
            <a:xfrm>
              <a:off x="1455738" y="2990846"/>
              <a:ext cx="38100" cy="30956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87" name="Straight Connector 501">
              <a:extLst>
                <a:ext uri="{FF2B5EF4-FFF2-40B4-BE49-F238E27FC236}">
                  <a16:creationId xmlns:a16="http://schemas.microsoft.com/office/drawing/2014/main" id="{A66C3A17-FFB0-EB44-A998-CB2F2624CA44}"/>
                </a:ext>
              </a:extLst>
            </p:cNvPr>
            <p:cNvCxnSpPr>
              <a:cxnSpLocks noChangeShapeType="1"/>
              <a:endCxn id="214812" idx="3"/>
            </p:cNvCxnSpPr>
            <p:nvPr/>
          </p:nvCxnSpPr>
          <p:spPr bwMode="auto">
            <a:xfrm>
              <a:off x="1235076" y="3271835"/>
              <a:ext cx="123825" cy="21272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88" name="Straight Connector 502">
              <a:extLst>
                <a:ext uri="{FF2B5EF4-FFF2-40B4-BE49-F238E27FC236}">
                  <a16:creationId xmlns:a16="http://schemas.microsoft.com/office/drawing/2014/main" id="{2AC3615C-C8F3-2A4C-ADDD-475649F9A200}"/>
                </a:ext>
              </a:extLst>
            </p:cNvPr>
            <p:cNvCxnSpPr>
              <a:cxnSpLocks noChangeShapeType="1"/>
              <a:endCxn id="214923" idx="1"/>
            </p:cNvCxnSpPr>
            <p:nvPr/>
          </p:nvCxnSpPr>
          <p:spPr bwMode="auto">
            <a:xfrm>
              <a:off x="3916362" y="2411411"/>
              <a:ext cx="307975" cy="57308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89" name="Straight Connector 503">
              <a:extLst>
                <a:ext uri="{FF2B5EF4-FFF2-40B4-BE49-F238E27FC236}">
                  <a16:creationId xmlns:a16="http://schemas.microsoft.com/office/drawing/2014/main" id="{FBBE74D8-A9BB-EB41-8556-BAE83958DA05}"/>
                </a:ext>
              </a:extLst>
            </p:cNvPr>
            <p:cNvCxnSpPr>
              <a:cxnSpLocks noChangeShapeType="1"/>
              <a:endCxn id="214923" idx="0"/>
            </p:cNvCxnSpPr>
            <p:nvPr/>
          </p:nvCxnSpPr>
          <p:spPr bwMode="auto">
            <a:xfrm flipH="1">
              <a:off x="4425950" y="2389186"/>
              <a:ext cx="384175" cy="5794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0" name="Straight Connector 504">
              <a:extLst>
                <a:ext uri="{FF2B5EF4-FFF2-40B4-BE49-F238E27FC236}">
                  <a16:creationId xmlns:a16="http://schemas.microsoft.com/office/drawing/2014/main" id="{5D777D9F-6C44-8C4D-8F85-CB8893FD7DC5}"/>
                </a:ext>
              </a:extLst>
            </p:cNvPr>
            <p:cNvCxnSpPr>
              <a:cxnSpLocks noChangeShapeType="1"/>
              <a:endCxn id="215005" idx="0"/>
            </p:cNvCxnSpPr>
            <p:nvPr/>
          </p:nvCxnSpPr>
          <p:spPr bwMode="auto">
            <a:xfrm>
              <a:off x="6770687" y="2900361"/>
              <a:ext cx="215899" cy="1046161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1" name="Straight Connector 505">
              <a:extLst>
                <a:ext uri="{FF2B5EF4-FFF2-40B4-BE49-F238E27FC236}">
                  <a16:creationId xmlns:a16="http://schemas.microsoft.com/office/drawing/2014/main" id="{D6EDC541-A286-1043-BAEF-A5D3DBEC4F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37398" y="3251197"/>
              <a:ext cx="241300" cy="6921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2" name="Straight Connector 506">
              <a:extLst>
                <a:ext uri="{FF2B5EF4-FFF2-40B4-BE49-F238E27FC236}">
                  <a16:creationId xmlns:a16="http://schemas.microsoft.com/office/drawing/2014/main" id="{1D1159FC-26A5-E941-9532-2C7BF77B9B19}"/>
                </a:ext>
              </a:extLst>
            </p:cNvPr>
            <p:cNvCxnSpPr>
              <a:cxnSpLocks noChangeShapeType="1"/>
              <a:stCxn id="214755" idx="4"/>
              <a:endCxn id="215000" idx="0"/>
            </p:cNvCxnSpPr>
            <p:nvPr/>
          </p:nvCxnSpPr>
          <p:spPr bwMode="auto">
            <a:xfrm flipH="1">
              <a:off x="7483473" y="4229096"/>
              <a:ext cx="541338" cy="24923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3" name="Straight Connector 507">
              <a:extLst>
                <a:ext uri="{FF2B5EF4-FFF2-40B4-BE49-F238E27FC236}">
                  <a16:creationId xmlns:a16="http://schemas.microsoft.com/office/drawing/2014/main" id="{D0B084EB-4646-9146-A362-822D7E8DAC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454899" y="4573584"/>
              <a:ext cx="796925" cy="6143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4" name="Straight Connector 508">
              <a:extLst>
                <a:ext uri="{FF2B5EF4-FFF2-40B4-BE49-F238E27FC236}">
                  <a16:creationId xmlns:a16="http://schemas.microsoft.com/office/drawing/2014/main" id="{C6690A05-6457-5A4E-B086-13961A44EE87}"/>
                </a:ext>
              </a:extLst>
            </p:cNvPr>
            <p:cNvCxnSpPr>
              <a:cxnSpLocks noChangeShapeType="1"/>
              <a:endCxn id="214987" idx="5"/>
            </p:cNvCxnSpPr>
            <p:nvPr/>
          </p:nvCxnSpPr>
          <p:spPr bwMode="auto">
            <a:xfrm flipH="1" flipV="1">
              <a:off x="6496050" y="4722809"/>
              <a:ext cx="1047750" cy="96678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5" name="Straight Connector 509">
              <a:extLst>
                <a:ext uri="{FF2B5EF4-FFF2-40B4-BE49-F238E27FC236}">
                  <a16:creationId xmlns:a16="http://schemas.microsoft.com/office/drawing/2014/main" id="{FF7E5776-B161-1D43-8DF6-DB8FEF44E577}"/>
                </a:ext>
              </a:extLst>
            </p:cNvPr>
            <p:cNvCxnSpPr>
              <a:cxnSpLocks noChangeShapeType="1"/>
              <a:stCxn id="214756" idx="0"/>
              <a:endCxn id="214811" idx="5"/>
            </p:cNvCxnSpPr>
            <p:nvPr/>
          </p:nvCxnSpPr>
          <p:spPr bwMode="auto">
            <a:xfrm flipH="1" flipV="1">
              <a:off x="5084763" y="5684832"/>
              <a:ext cx="520700" cy="1698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6" name="Straight Connector 510">
              <a:extLst>
                <a:ext uri="{FF2B5EF4-FFF2-40B4-BE49-F238E27FC236}">
                  <a16:creationId xmlns:a16="http://schemas.microsoft.com/office/drawing/2014/main" id="{6C733440-5946-0B45-B9C1-2DF3CF1951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068763" y="5045070"/>
              <a:ext cx="371475" cy="9731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7" name="Straight Connector 511">
              <a:extLst>
                <a:ext uri="{FF2B5EF4-FFF2-40B4-BE49-F238E27FC236}">
                  <a16:creationId xmlns:a16="http://schemas.microsoft.com/office/drawing/2014/main" id="{BBA51EAD-0B92-F743-AF16-29F6F24EB9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89313" y="5689595"/>
              <a:ext cx="306387" cy="16509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8" name="Straight Connector 512">
              <a:extLst>
                <a:ext uri="{FF2B5EF4-FFF2-40B4-BE49-F238E27FC236}">
                  <a16:creationId xmlns:a16="http://schemas.microsoft.com/office/drawing/2014/main" id="{C715A44D-0897-FF45-A4CF-E44F4295F6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790701" y="5160959"/>
              <a:ext cx="401638" cy="2095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9" name="Straight Connector 513">
              <a:extLst>
                <a:ext uri="{FF2B5EF4-FFF2-40B4-BE49-F238E27FC236}">
                  <a16:creationId xmlns:a16="http://schemas.microsoft.com/office/drawing/2014/main" id="{C6F113B8-C86A-3340-BE01-C1AF6C3065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79514" y="4467220"/>
              <a:ext cx="227012" cy="28257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0" name="Straight Connector 514">
              <a:extLst>
                <a:ext uri="{FF2B5EF4-FFF2-40B4-BE49-F238E27FC236}">
                  <a16:creationId xmlns:a16="http://schemas.microsoft.com/office/drawing/2014/main" id="{5EC583B5-0B18-FD47-8B3D-5EB069BD8833}"/>
                </a:ext>
              </a:extLst>
            </p:cNvPr>
            <p:cNvCxnSpPr>
              <a:cxnSpLocks noChangeShapeType="1"/>
              <a:endCxn id="214812" idx="5"/>
            </p:cNvCxnSpPr>
            <p:nvPr/>
          </p:nvCxnSpPr>
          <p:spPr bwMode="auto">
            <a:xfrm flipV="1">
              <a:off x="1155701" y="4368796"/>
              <a:ext cx="203199" cy="793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801" name="Oval 14">
              <a:extLst>
                <a:ext uri="{FF2B5EF4-FFF2-40B4-BE49-F238E27FC236}">
                  <a16:creationId xmlns:a16="http://schemas.microsoft.com/office/drawing/2014/main" id="{F92183DD-9D4D-9A45-B326-6B129084B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594" y="2896840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14802" name="Straight Connector 18">
              <a:extLst>
                <a:ext uri="{FF2B5EF4-FFF2-40B4-BE49-F238E27FC236}">
                  <a16:creationId xmlns:a16="http://schemas.microsoft.com/office/drawing/2014/main" id="{D216F3ED-B2DC-7244-94CC-4B60507910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3288" y="3051287"/>
              <a:ext cx="964306" cy="2689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3" name="Straight Connector 516">
              <a:extLst>
                <a:ext uri="{FF2B5EF4-FFF2-40B4-BE49-F238E27FC236}">
                  <a16:creationId xmlns:a16="http://schemas.microsoft.com/office/drawing/2014/main" id="{4FE2CDC8-312C-504E-9983-AEDDF15EF4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457" y="3169610"/>
              <a:ext cx="691556" cy="78484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4" name="Straight Connector 515">
              <a:extLst>
                <a:ext uri="{FF2B5EF4-FFF2-40B4-BE49-F238E27FC236}">
                  <a16:creationId xmlns:a16="http://schemas.microsoft.com/office/drawing/2014/main" id="{A004EB9B-DF41-704D-9CBE-54DD90884F8C}"/>
                </a:ext>
              </a:extLst>
            </p:cNvPr>
            <p:cNvCxnSpPr>
              <a:cxnSpLocks noChangeShapeType="1"/>
              <a:stCxn id="214841" idx="0"/>
            </p:cNvCxnSpPr>
            <p:nvPr/>
          </p:nvCxnSpPr>
          <p:spPr bwMode="auto">
            <a:xfrm flipV="1">
              <a:off x="3832888" y="4233714"/>
              <a:ext cx="190494" cy="14143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805" name="Oval 521">
              <a:extLst>
                <a:ext uri="{FF2B5EF4-FFF2-40B4-BE49-F238E27FC236}">
                  <a16:creationId xmlns:a16="http://schemas.microsoft.com/office/drawing/2014/main" id="{443E0A6C-4073-D549-8990-2BB851760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543" y="3959555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</a:t>
              </a:r>
            </a:p>
          </p:txBody>
        </p:sp>
        <p:cxnSp>
          <p:nvCxnSpPr>
            <p:cNvPr id="214806" name="Straight Connector 519">
              <a:extLst>
                <a:ext uri="{FF2B5EF4-FFF2-40B4-BE49-F238E27FC236}">
                  <a16:creationId xmlns:a16="http://schemas.microsoft.com/office/drawing/2014/main" id="{C5F2874E-B11C-0546-AED8-3CDB8F258042}"/>
                </a:ext>
              </a:extLst>
            </p:cNvPr>
            <p:cNvCxnSpPr>
              <a:cxnSpLocks noChangeShapeType="1"/>
              <a:stCxn id="214805" idx="6"/>
              <a:endCxn id="215039" idx="1"/>
            </p:cNvCxnSpPr>
            <p:nvPr/>
          </p:nvCxnSpPr>
          <p:spPr bwMode="auto">
            <a:xfrm flipV="1">
              <a:off x="4460774" y="3953935"/>
              <a:ext cx="770040" cy="15814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7" name="Straight Connector 520">
              <a:extLst>
                <a:ext uri="{FF2B5EF4-FFF2-40B4-BE49-F238E27FC236}">
                  <a16:creationId xmlns:a16="http://schemas.microsoft.com/office/drawing/2014/main" id="{BA8C1BD0-0CCD-574B-8A4D-17365C016B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525" y="3789358"/>
              <a:ext cx="342828" cy="20501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8" name="Straight Connector 7">
              <a:extLst>
                <a:ext uri="{FF2B5EF4-FFF2-40B4-BE49-F238E27FC236}">
                  <a16:creationId xmlns:a16="http://schemas.microsoft.com/office/drawing/2014/main" id="{65F66951-24B1-274C-9714-4C12067EEA5A}"/>
                </a:ext>
              </a:extLst>
            </p:cNvPr>
            <p:cNvCxnSpPr>
              <a:cxnSpLocks noChangeShapeType="1"/>
              <a:stCxn id="214913" idx="5"/>
              <a:endCxn id="215037" idx="1"/>
            </p:cNvCxnSpPr>
            <p:nvPr/>
          </p:nvCxnSpPr>
          <p:spPr bwMode="auto">
            <a:xfrm>
              <a:off x="4876727" y="3633784"/>
              <a:ext cx="431873" cy="22237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9" name="Straight Connector 415">
              <a:extLst>
                <a:ext uri="{FF2B5EF4-FFF2-40B4-BE49-F238E27FC236}">
                  <a16:creationId xmlns:a16="http://schemas.microsoft.com/office/drawing/2014/main" id="{6A451F9C-F807-244D-BD15-B5D183FFE361}"/>
                </a:ext>
              </a:extLst>
            </p:cNvPr>
            <p:cNvCxnSpPr>
              <a:cxnSpLocks noChangeShapeType="1"/>
              <a:endCxn id="214873" idx="0"/>
            </p:cNvCxnSpPr>
            <p:nvPr/>
          </p:nvCxnSpPr>
          <p:spPr bwMode="auto">
            <a:xfrm flipH="1">
              <a:off x="2406650" y="3753808"/>
              <a:ext cx="282557" cy="51109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10" name="Straight Connector 523">
              <a:extLst>
                <a:ext uri="{FF2B5EF4-FFF2-40B4-BE49-F238E27FC236}">
                  <a16:creationId xmlns:a16="http://schemas.microsoft.com/office/drawing/2014/main" id="{586921B0-6133-C84B-A795-F2DD58333A9D}"/>
                </a:ext>
              </a:extLst>
            </p:cNvPr>
            <p:cNvCxnSpPr>
              <a:cxnSpLocks noChangeShapeType="1"/>
              <a:stCxn id="214836" idx="0"/>
            </p:cNvCxnSpPr>
            <p:nvPr/>
          </p:nvCxnSpPr>
          <p:spPr bwMode="auto">
            <a:xfrm flipV="1">
              <a:off x="4307762" y="4626477"/>
              <a:ext cx="844015" cy="30429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811" name="Oval 6">
              <a:extLst>
                <a:ext uri="{FF2B5EF4-FFF2-40B4-BE49-F238E27FC236}">
                  <a16:creationId xmlns:a16="http://schemas.microsoft.com/office/drawing/2014/main" id="{BAD9A2F3-982F-6449-ACEB-D17A643E9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1" y="5359394"/>
              <a:ext cx="2044700" cy="380999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812" name="Oval 517">
              <a:extLst>
                <a:ext uri="{FF2B5EF4-FFF2-40B4-BE49-F238E27FC236}">
                  <a16:creationId xmlns:a16="http://schemas.microsoft.com/office/drawing/2014/main" id="{88281E12-8735-624E-8248-F70D1321AF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67570" y="3736176"/>
              <a:ext cx="1252535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14813" name="Straight Connector 39941">
              <a:extLst>
                <a:ext uri="{FF2B5EF4-FFF2-40B4-BE49-F238E27FC236}">
                  <a16:creationId xmlns:a16="http://schemas.microsoft.com/office/drawing/2014/main" id="{E12CFDB0-9BFD-3D46-AD31-EBE9949486F7}"/>
                </a:ext>
              </a:extLst>
            </p:cNvPr>
            <p:cNvCxnSpPr>
              <a:cxnSpLocks noChangeShapeType="1"/>
              <a:stCxn id="214812" idx="0"/>
              <a:endCxn id="214901" idx="0"/>
            </p:cNvCxnSpPr>
            <p:nvPr/>
          </p:nvCxnSpPr>
          <p:spPr bwMode="auto">
            <a:xfrm flipV="1">
              <a:off x="1684339" y="3654419"/>
              <a:ext cx="758825" cy="2730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14" name="Straight Connector 524">
              <a:extLst>
                <a:ext uri="{FF2B5EF4-FFF2-40B4-BE49-F238E27FC236}">
                  <a16:creationId xmlns:a16="http://schemas.microsoft.com/office/drawing/2014/main" id="{5D1AD4BB-1013-6443-874F-19ABFB3A4436}"/>
                </a:ext>
              </a:extLst>
            </p:cNvPr>
            <p:cNvCxnSpPr>
              <a:cxnSpLocks noChangeShapeType="1"/>
              <a:endCxn id="214875" idx="1"/>
            </p:cNvCxnSpPr>
            <p:nvPr/>
          </p:nvCxnSpPr>
          <p:spPr bwMode="auto">
            <a:xfrm>
              <a:off x="1685925" y="4111625"/>
              <a:ext cx="466725" cy="26987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4019" name="Line 424">
            <a:extLst>
              <a:ext uri="{FF2B5EF4-FFF2-40B4-BE49-F238E27FC236}">
                <a16:creationId xmlns:a16="http://schemas.microsoft.com/office/drawing/2014/main" id="{2B25484B-E5B9-8B4F-A89B-EB4EF402D5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6051" y="5276851"/>
            <a:ext cx="144463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FEFB90-5FD7-E24C-812E-7CBBD01244DB}"/>
              </a:ext>
            </a:extLst>
          </p:cNvPr>
          <p:cNvGrpSpPr>
            <a:grpSpLocks/>
          </p:cNvGrpSpPr>
          <p:nvPr/>
        </p:nvGrpSpPr>
        <p:grpSpPr bwMode="auto">
          <a:xfrm>
            <a:off x="1963739" y="3552826"/>
            <a:ext cx="8258175" cy="2900363"/>
            <a:chOff x="439215" y="3555216"/>
            <a:chExt cx="8258951" cy="2901368"/>
          </a:xfrm>
        </p:grpSpPr>
        <p:grpSp>
          <p:nvGrpSpPr>
            <p:cNvPr id="214392" name="Group 13">
              <a:extLst>
                <a:ext uri="{FF2B5EF4-FFF2-40B4-BE49-F238E27FC236}">
                  <a16:creationId xmlns:a16="http://schemas.microsoft.com/office/drawing/2014/main" id="{D6E75D41-1B85-9F4F-8342-C4C736870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8362" y="3855145"/>
              <a:ext cx="347753" cy="680208"/>
              <a:chOff x="7923189" y="2486663"/>
              <a:chExt cx="360362" cy="884586"/>
            </a:xfrm>
          </p:grpSpPr>
          <p:pic>
            <p:nvPicPr>
              <p:cNvPr id="214709" name="Picture 3">
                <a:extLst>
                  <a:ext uri="{FF2B5EF4-FFF2-40B4-BE49-F238E27FC236}">
                    <a16:creationId xmlns:a16="http://schemas.microsoft.com/office/drawing/2014/main" id="{0ABBDDA4-BD15-9C4B-8FC4-2B9F9F3066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710" name="Group 950">
                <a:extLst>
                  <a:ext uri="{FF2B5EF4-FFF2-40B4-BE49-F238E27FC236}">
                    <a16:creationId xmlns:a16="http://schemas.microsoft.com/office/drawing/2014/main" id="{6A0046A2-FEB1-974D-915B-2A18F39DE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711" name="Freeform 951">
                  <a:extLst>
                    <a:ext uri="{FF2B5EF4-FFF2-40B4-BE49-F238E27FC236}">
                      <a16:creationId xmlns:a16="http://schemas.microsoft.com/office/drawing/2014/main" id="{9B328CBB-2BB6-8145-81DE-D3A7B4248E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12" name="Rectangle 952">
                  <a:extLst>
                    <a:ext uri="{FF2B5EF4-FFF2-40B4-BE49-F238E27FC236}">
                      <a16:creationId xmlns:a16="http://schemas.microsoft.com/office/drawing/2014/main" id="{92DC1677-B383-F141-955A-2A8DAC9BA3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13" name="Freeform 953">
                  <a:extLst>
                    <a:ext uri="{FF2B5EF4-FFF2-40B4-BE49-F238E27FC236}">
                      <a16:creationId xmlns:a16="http://schemas.microsoft.com/office/drawing/2014/main" id="{EBEDE016-0197-104E-A89A-EDC28FFDAE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14" name="Freeform 954">
                  <a:extLst>
                    <a:ext uri="{FF2B5EF4-FFF2-40B4-BE49-F238E27FC236}">
                      <a16:creationId xmlns:a16="http://schemas.microsoft.com/office/drawing/2014/main" id="{BF46FFAF-98D0-8C49-BC9E-F79B2E0923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15" name="Rectangle 955">
                  <a:extLst>
                    <a:ext uri="{FF2B5EF4-FFF2-40B4-BE49-F238E27FC236}">
                      <a16:creationId xmlns:a16="http://schemas.microsoft.com/office/drawing/2014/main" id="{E3C4876C-5477-2A4C-9525-C65E22674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716" name="Group 956">
                  <a:extLst>
                    <a:ext uri="{FF2B5EF4-FFF2-40B4-BE49-F238E27FC236}">
                      <a16:creationId xmlns:a16="http://schemas.microsoft.com/office/drawing/2014/main" id="{736BF024-F497-1143-9A49-7D46298156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741" name="AutoShape 957">
                    <a:extLst>
                      <a:ext uri="{FF2B5EF4-FFF2-40B4-BE49-F238E27FC236}">
                        <a16:creationId xmlns:a16="http://schemas.microsoft.com/office/drawing/2014/main" id="{38158997-913A-5A44-9578-E1E6681002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42" name="AutoShape 958">
                    <a:extLst>
                      <a:ext uri="{FF2B5EF4-FFF2-40B4-BE49-F238E27FC236}">
                        <a16:creationId xmlns:a16="http://schemas.microsoft.com/office/drawing/2014/main" id="{852351BB-D6E0-2241-927F-FCB95A2305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717" name="Rectangle 959">
                  <a:extLst>
                    <a:ext uri="{FF2B5EF4-FFF2-40B4-BE49-F238E27FC236}">
                      <a16:creationId xmlns:a16="http://schemas.microsoft.com/office/drawing/2014/main" id="{6DD686AD-ED0A-024C-A45B-202A2D8C07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718" name="Group 960">
                  <a:extLst>
                    <a:ext uri="{FF2B5EF4-FFF2-40B4-BE49-F238E27FC236}">
                      <a16:creationId xmlns:a16="http://schemas.microsoft.com/office/drawing/2014/main" id="{8D3C2F9C-9B8C-0B4C-86F3-004EB6827E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739" name="AutoShape 961">
                    <a:extLst>
                      <a:ext uri="{FF2B5EF4-FFF2-40B4-BE49-F238E27FC236}">
                        <a16:creationId xmlns:a16="http://schemas.microsoft.com/office/drawing/2014/main" id="{EE0C8BA9-4177-F846-BD9B-FB75178B87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40" name="AutoShape 962">
                    <a:extLst>
                      <a:ext uri="{FF2B5EF4-FFF2-40B4-BE49-F238E27FC236}">
                        <a16:creationId xmlns:a16="http://schemas.microsoft.com/office/drawing/2014/main" id="{5F22E2BE-24A7-3B45-B257-B0270EB6F6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719" name="Rectangle 963">
                  <a:extLst>
                    <a:ext uri="{FF2B5EF4-FFF2-40B4-BE49-F238E27FC236}">
                      <a16:creationId xmlns:a16="http://schemas.microsoft.com/office/drawing/2014/main" id="{DF7147A1-0008-FB4E-8623-0E4E8C019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20" name="Rectangle 964">
                  <a:extLst>
                    <a:ext uri="{FF2B5EF4-FFF2-40B4-BE49-F238E27FC236}">
                      <a16:creationId xmlns:a16="http://schemas.microsoft.com/office/drawing/2014/main" id="{6D4B47AF-B455-DD4C-A30E-7719D43887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721" name="Group 965">
                  <a:extLst>
                    <a:ext uri="{FF2B5EF4-FFF2-40B4-BE49-F238E27FC236}">
                      <a16:creationId xmlns:a16="http://schemas.microsoft.com/office/drawing/2014/main" id="{2311FA2A-1C39-E945-B4EE-191704D76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737" name="AutoShape 966">
                    <a:extLst>
                      <a:ext uri="{FF2B5EF4-FFF2-40B4-BE49-F238E27FC236}">
                        <a16:creationId xmlns:a16="http://schemas.microsoft.com/office/drawing/2014/main" id="{5A399A5B-1E6A-F240-8060-CA7C1CB17F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38" name="AutoShape 967">
                    <a:extLst>
                      <a:ext uri="{FF2B5EF4-FFF2-40B4-BE49-F238E27FC236}">
                        <a16:creationId xmlns:a16="http://schemas.microsoft.com/office/drawing/2014/main" id="{1EEA95A7-0088-A741-8C0B-C262474291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722" name="Freeform 968">
                  <a:extLst>
                    <a:ext uri="{FF2B5EF4-FFF2-40B4-BE49-F238E27FC236}">
                      <a16:creationId xmlns:a16="http://schemas.microsoft.com/office/drawing/2014/main" id="{94909E95-EA57-9243-9340-53A47143C6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723" name="Group 969">
                  <a:extLst>
                    <a:ext uri="{FF2B5EF4-FFF2-40B4-BE49-F238E27FC236}">
                      <a16:creationId xmlns:a16="http://schemas.microsoft.com/office/drawing/2014/main" id="{8FC64435-D784-9444-82F4-54E0F80388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735" name="AutoShape 970">
                    <a:extLst>
                      <a:ext uri="{FF2B5EF4-FFF2-40B4-BE49-F238E27FC236}">
                        <a16:creationId xmlns:a16="http://schemas.microsoft.com/office/drawing/2014/main" id="{6168983C-F315-F84B-B321-AB4E0C9248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36" name="AutoShape 971">
                    <a:extLst>
                      <a:ext uri="{FF2B5EF4-FFF2-40B4-BE49-F238E27FC236}">
                        <a16:creationId xmlns:a16="http://schemas.microsoft.com/office/drawing/2014/main" id="{58557F2B-3084-544B-8E60-51DC816279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724" name="Rectangle 972">
                  <a:extLst>
                    <a:ext uri="{FF2B5EF4-FFF2-40B4-BE49-F238E27FC236}">
                      <a16:creationId xmlns:a16="http://schemas.microsoft.com/office/drawing/2014/main" id="{4EC3205E-B4A3-1948-94E0-A96BA7DCC6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25" name="Freeform 973">
                  <a:extLst>
                    <a:ext uri="{FF2B5EF4-FFF2-40B4-BE49-F238E27FC236}">
                      <a16:creationId xmlns:a16="http://schemas.microsoft.com/office/drawing/2014/main" id="{DD6241CE-7C66-5D4F-90C7-1831AEB27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26" name="Freeform 974">
                  <a:extLst>
                    <a:ext uri="{FF2B5EF4-FFF2-40B4-BE49-F238E27FC236}">
                      <a16:creationId xmlns:a16="http://schemas.microsoft.com/office/drawing/2014/main" id="{770DF333-99BE-B344-B66A-4266D66CE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27" name="Oval 975">
                  <a:extLst>
                    <a:ext uri="{FF2B5EF4-FFF2-40B4-BE49-F238E27FC236}">
                      <a16:creationId xmlns:a16="http://schemas.microsoft.com/office/drawing/2014/main" id="{A44200DB-419E-764D-BEE0-075B1D4B41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28" name="Freeform 976">
                  <a:extLst>
                    <a:ext uri="{FF2B5EF4-FFF2-40B4-BE49-F238E27FC236}">
                      <a16:creationId xmlns:a16="http://schemas.microsoft.com/office/drawing/2014/main" id="{3CFB2D34-523B-E646-9810-175B6B45C5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29" name="AutoShape 977">
                  <a:extLst>
                    <a:ext uri="{FF2B5EF4-FFF2-40B4-BE49-F238E27FC236}">
                      <a16:creationId xmlns:a16="http://schemas.microsoft.com/office/drawing/2014/main" id="{24BF509F-86AF-1F46-BB9A-225CCAE48B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0" name="AutoShape 978">
                  <a:extLst>
                    <a:ext uri="{FF2B5EF4-FFF2-40B4-BE49-F238E27FC236}">
                      <a16:creationId xmlns:a16="http://schemas.microsoft.com/office/drawing/2014/main" id="{CD3394A3-2220-AB40-ADA1-D5A6C2B747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1" name="Oval 979">
                  <a:extLst>
                    <a:ext uri="{FF2B5EF4-FFF2-40B4-BE49-F238E27FC236}">
                      <a16:creationId xmlns:a16="http://schemas.microsoft.com/office/drawing/2014/main" id="{A207A839-3785-9A4B-82E4-4B68DD687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2" name="Oval 980">
                  <a:extLst>
                    <a:ext uri="{FF2B5EF4-FFF2-40B4-BE49-F238E27FC236}">
                      <a16:creationId xmlns:a16="http://schemas.microsoft.com/office/drawing/2014/main" id="{3477D5DF-C97F-2E44-8F33-652CB0384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3" name="Oval 981">
                  <a:extLst>
                    <a:ext uri="{FF2B5EF4-FFF2-40B4-BE49-F238E27FC236}">
                      <a16:creationId xmlns:a16="http://schemas.microsoft.com/office/drawing/2014/main" id="{1385098B-DB51-9E47-8289-FFCCBFCF53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4" name="Rectangle 982">
                  <a:extLst>
                    <a:ext uri="{FF2B5EF4-FFF2-40B4-BE49-F238E27FC236}">
                      <a16:creationId xmlns:a16="http://schemas.microsoft.com/office/drawing/2014/main" id="{5E58EFDF-33E4-634F-9F2A-09DECC7ECA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3" name="Group 792">
              <a:extLst>
                <a:ext uri="{FF2B5EF4-FFF2-40B4-BE49-F238E27FC236}">
                  <a16:creationId xmlns:a16="http://schemas.microsoft.com/office/drawing/2014/main" id="{926A3B9B-14F5-DF4B-B9CF-6828476340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1830" y="5776376"/>
              <a:ext cx="347753" cy="680208"/>
              <a:chOff x="7923189" y="2486663"/>
              <a:chExt cx="360362" cy="884586"/>
            </a:xfrm>
          </p:grpSpPr>
          <p:pic>
            <p:nvPicPr>
              <p:cNvPr id="214675" name="Picture 3">
                <a:extLst>
                  <a:ext uri="{FF2B5EF4-FFF2-40B4-BE49-F238E27FC236}">
                    <a16:creationId xmlns:a16="http://schemas.microsoft.com/office/drawing/2014/main" id="{979B0A7C-DE39-D947-9576-4DFBCDC89F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676" name="Group 950">
                <a:extLst>
                  <a:ext uri="{FF2B5EF4-FFF2-40B4-BE49-F238E27FC236}">
                    <a16:creationId xmlns:a16="http://schemas.microsoft.com/office/drawing/2014/main" id="{19196D4B-1968-5241-9218-479B8AF8E3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677" name="Freeform 951">
                  <a:extLst>
                    <a:ext uri="{FF2B5EF4-FFF2-40B4-BE49-F238E27FC236}">
                      <a16:creationId xmlns:a16="http://schemas.microsoft.com/office/drawing/2014/main" id="{D371F7B0-F123-F143-88AD-A84BE0893C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78" name="Rectangle 952">
                  <a:extLst>
                    <a:ext uri="{FF2B5EF4-FFF2-40B4-BE49-F238E27FC236}">
                      <a16:creationId xmlns:a16="http://schemas.microsoft.com/office/drawing/2014/main" id="{30A2E212-908E-B64B-9525-1696969D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79" name="Freeform 953">
                  <a:extLst>
                    <a:ext uri="{FF2B5EF4-FFF2-40B4-BE49-F238E27FC236}">
                      <a16:creationId xmlns:a16="http://schemas.microsoft.com/office/drawing/2014/main" id="{DE11C700-6D18-AB4C-B633-7E30144313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80" name="Freeform 954">
                  <a:extLst>
                    <a:ext uri="{FF2B5EF4-FFF2-40B4-BE49-F238E27FC236}">
                      <a16:creationId xmlns:a16="http://schemas.microsoft.com/office/drawing/2014/main" id="{9641FE6E-490A-DD48-8B97-79520FB89A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81" name="Rectangle 955">
                  <a:extLst>
                    <a:ext uri="{FF2B5EF4-FFF2-40B4-BE49-F238E27FC236}">
                      <a16:creationId xmlns:a16="http://schemas.microsoft.com/office/drawing/2014/main" id="{0F34B7FB-89B8-DA4A-B327-7AAC17077F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82" name="Group 956">
                  <a:extLst>
                    <a:ext uri="{FF2B5EF4-FFF2-40B4-BE49-F238E27FC236}">
                      <a16:creationId xmlns:a16="http://schemas.microsoft.com/office/drawing/2014/main" id="{B159A6CC-4EDA-8049-8C31-CC635ABD7E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707" name="AutoShape 957">
                    <a:extLst>
                      <a:ext uri="{FF2B5EF4-FFF2-40B4-BE49-F238E27FC236}">
                        <a16:creationId xmlns:a16="http://schemas.microsoft.com/office/drawing/2014/main" id="{090859D4-F350-CF48-BE6F-A6299D13F6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08" name="AutoShape 958">
                    <a:extLst>
                      <a:ext uri="{FF2B5EF4-FFF2-40B4-BE49-F238E27FC236}">
                        <a16:creationId xmlns:a16="http://schemas.microsoft.com/office/drawing/2014/main" id="{49E00FBE-71A6-7B4F-9116-FDFACD069E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83" name="Rectangle 959">
                  <a:extLst>
                    <a:ext uri="{FF2B5EF4-FFF2-40B4-BE49-F238E27FC236}">
                      <a16:creationId xmlns:a16="http://schemas.microsoft.com/office/drawing/2014/main" id="{D3E1E37C-9CF3-6748-8191-0C53DE5B96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84" name="Group 960">
                  <a:extLst>
                    <a:ext uri="{FF2B5EF4-FFF2-40B4-BE49-F238E27FC236}">
                      <a16:creationId xmlns:a16="http://schemas.microsoft.com/office/drawing/2014/main" id="{010F6866-70FC-F24E-8F0C-7315B668B4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705" name="AutoShape 961">
                    <a:extLst>
                      <a:ext uri="{FF2B5EF4-FFF2-40B4-BE49-F238E27FC236}">
                        <a16:creationId xmlns:a16="http://schemas.microsoft.com/office/drawing/2014/main" id="{7A7CD6E0-C089-344F-96C6-70A4784955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06" name="AutoShape 962">
                    <a:extLst>
                      <a:ext uri="{FF2B5EF4-FFF2-40B4-BE49-F238E27FC236}">
                        <a16:creationId xmlns:a16="http://schemas.microsoft.com/office/drawing/2014/main" id="{817CE29B-F1A3-444F-83BE-6A2D3C0B90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85" name="Rectangle 963">
                  <a:extLst>
                    <a:ext uri="{FF2B5EF4-FFF2-40B4-BE49-F238E27FC236}">
                      <a16:creationId xmlns:a16="http://schemas.microsoft.com/office/drawing/2014/main" id="{88A44607-9DED-E54B-88A2-9F54FEDCD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86" name="Rectangle 964">
                  <a:extLst>
                    <a:ext uri="{FF2B5EF4-FFF2-40B4-BE49-F238E27FC236}">
                      <a16:creationId xmlns:a16="http://schemas.microsoft.com/office/drawing/2014/main" id="{729B399D-C807-0341-A7C5-E3E14751C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87" name="Group 965">
                  <a:extLst>
                    <a:ext uri="{FF2B5EF4-FFF2-40B4-BE49-F238E27FC236}">
                      <a16:creationId xmlns:a16="http://schemas.microsoft.com/office/drawing/2014/main" id="{BD113617-F60C-3A41-801E-303D357BB6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703" name="AutoShape 966">
                    <a:extLst>
                      <a:ext uri="{FF2B5EF4-FFF2-40B4-BE49-F238E27FC236}">
                        <a16:creationId xmlns:a16="http://schemas.microsoft.com/office/drawing/2014/main" id="{BAE41A55-BA5A-8342-BD0B-434F69668C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04" name="AutoShape 967">
                    <a:extLst>
                      <a:ext uri="{FF2B5EF4-FFF2-40B4-BE49-F238E27FC236}">
                        <a16:creationId xmlns:a16="http://schemas.microsoft.com/office/drawing/2014/main" id="{1F5F0C50-52E8-5947-85C3-6648F738F4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88" name="Freeform 968">
                  <a:extLst>
                    <a:ext uri="{FF2B5EF4-FFF2-40B4-BE49-F238E27FC236}">
                      <a16:creationId xmlns:a16="http://schemas.microsoft.com/office/drawing/2014/main" id="{8FF59AF4-37EB-5540-BE7B-6A7D536814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689" name="Group 969">
                  <a:extLst>
                    <a:ext uri="{FF2B5EF4-FFF2-40B4-BE49-F238E27FC236}">
                      <a16:creationId xmlns:a16="http://schemas.microsoft.com/office/drawing/2014/main" id="{A9259129-4087-1B49-898F-FCE5F446F9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701" name="AutoShape 970">
                    <a:extLst>
                      <a:ext uri="{FF2B5EF4-FFF2-40B4-BE49-F238E27FC236}">
                        <a16:creationId xmlns:a16="http://schemas.microsoft.com/office/drawing/2014/main" id="{5DA556D7-AB86-0B41-81D9-B0AB9C150B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02" name="AutoShape 971">
                    <a:extLst>
                      <a:ext uri="{FF2B5EF4-FFF2-40B4-BE49-F238E27FC236}">
                        <a16:creationId xmlns:a16="http://schemas.microsoft.com/office/drawing/2014/main" id="{C302BDF7-EF8B-6545-9E9B-0510998B70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90" name="Rectangle 972">
                  <a:extLst>
                    <a:ext uri="{FF2B5EF4-FFF2-40B4-BE49-F238E27FC236}">
                      <a16:creationId xmlns:a16="http://schemas.microsoft.com/office/drawing/2014/main" id="{05A2BBAC-DBC3-0540-B67B-E6D36E076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1" name="Freeform 973">
                  <a:extLst>
                    <a:ext uri="{FF2B5EF4-FFF2-40B4-BE49-F238E27FC236}">
                      <a16:creationId xmlns:a16="http://schemas.microsoft.com/office/drawing/2014/main" id="{C5B62019-7512-6747-A5DC-2D5B489829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92" name="Freeform 974">
                  <a:extLst>
                    <a:ext uri="{FF2B5EF4-FFF2-40B4-BE49-F238E27FC236}">
                      <a16:creationId xmlns:a16="http://schemas.microsoft.com/office/drawing/2014/main" id="{A384C021-1EEE-B94D-91AB-1B1609889A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93" name="Oval 975">
                  <a:extLst>
                    <a:ext uri="{FF2B5EF4-FFF2-40B4-BE49-F238E27FC236}">
                      <a16:creationId xmlns:a16="http://schemas.microsoft.com/office/drawing/2014/main" id="{E8BCEDB2-534C-4341-B87C-998080F7C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4" name="Freeform 976">
                  <a:extLst>
                    <a:ext uri="{FF2B5EF4-FFF2-40B4-BE49-F238E27FC236}">
                      <a16:creationId xmlns:a16="http://schemas.microsoft.com/office/drawing/2014/main" id="{F02E3EB5-8B82-0C47-ACA7-4D78BCEB38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95" name="AutoShape 977">
                  <a:extLst>
                    <a:ext uri="{FF2B5EF4-FFF2-40B4-BE49-F238E27FC236}">
                      <a16:creationId xmlns:a16="http://schemas.microsoft.com/office/drawing/2014/main" id="{ADB9F608-D0D7-764C-A0A9-D25E13D130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6" name="AutoShape 978">
                  <a:extLst>
                    <a:ext uri="{FF2B5EF4-FFF2-40B4-BE49-F238E27FC236}">
                      <a16:creationId xmlns:a16="http://schemas.microsoft.com/office/drawing/2014/main" id="{AC1603E3-6EBE-1B47-BCA9-3D9E4102C0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7" name="Oval 979">
                  <a:extLst>
                    <a:ext uri="{FF2B5EF4-FFF2-40B4-BE49-F238E27FC236}">
                      <a16:creationId xmlns:a16="http://schemas.microsoft.com/office/drawing/2014/main" id="{215E005D-AA36-0B43-9031-B7E0A8542E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8" name="Oval 980">
                  <a:extLst>
                    <a:ext uri="{FF2B5EF4-FFF2-40B4-BE49-F238E27FC236}">
                      <a16:creationId xmlns:a16="http://schemas.microsoft.com/office/drawing/2014/main" id="{D270FA32-89BA-024F-87B9-706A833207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9" name="Oval 981">
                  <a:extLst>
                    <a:ext uri="{FF2B5EF4-FFF2-40B4-BE49-F238E27FC236}">
                      <a16:creationId xmlns:a16="http://schemas.microsoft.com/office/drawing/2014/main" id="{A8517F36-A9CF-3842-90F7-E2D2AC4C5F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00" name="Rectangle 982">
                  <a:extLst>
                    <a:ext uri="{FF2B5EF4-FFF2-40B4-BE49-F238E27FC236}">
                      <a16:creationId xmlns:a16="http://schemas.microsoft.com/office/drawing/2014/main" id="{DABC9A6E-EC5D-6949-8ADD-1DA3848AC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4" name="Group 827">
              <a:extLst>
                <a:ext uri="{FF2B5EF4-FFF2-40B4-BE49-F238E27FC236}">
                  <a16:creationId xmlns:a16="http://schemas.microsoft.com/office/drawing/2014/main" id="{72CF6EFD-7682-6849-95A1-C9A3214C43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291" y="3555216"/>
              <a:ext cx="347753" cy="680208"/>
              <a:chOff x="7923189" y="2486663"/>
              <a:chExt cx="360362" cy="884586"/>
            </a:xfrm>
          </p:grpSpPr>
          <p:pic>
            <p:nvPicPr>
              <p:cNvPr id="214641" name="Picture 3">
                <a:extLst>
                  <a:ext uri="{FF2B5EF4-FFF2-40B4-BE49-F238E27FC236}">
                    <a16:creationId xmlns:a16="http://schemas.microsoft.com/office/drawing/2014/main" id="{65DB9939-26FE-734F-94B7-01B67A78B4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642" name="Group 950">
                <a:extLst>
                  <a:ext uri="{FF2B5EF4-FFF2-40B4-BE49-F238E27FC236}">
                    <a16:creationId xmlns:a16="http://schemas.microsoft.com/office/drawing/2014/main" id="{622F892C-9E0E-E746-8CF2-1A7A50B0F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643" name="Freeform 951">
                  <a:extLst>
                    <a:ext uri="{FF2B5EF4-FFF2-40B4-BE49-F238E27FC236}">
                      <a16:creationId xmlns:a16="http://schemas.microsoft.com/office/drawing/2014/main" id="{AEF39194-5683-9A4C-92DF-F70754164D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44" name="Rectangle 952">
                  <a:extLst>
                    <a:ext uri="{FF2B5EF4-FFF2-40B4-BE49-F238E27FC236}">
                      <a16:creationId xmlns:a16="http://schemas.microsoft.com/office/drawing/2014/main" id="{F6730D3F-7252-CC4E-A624-6EF695F924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45" name="Freeform 953">
                  <a:extLst>
                    <a:ext uri="{FF2B5EF4-FFF2-40B4-BE49-F238E27FC236}">
                      <a16:creationId xmlns:a16="http://schemas.microsoft.com/office/drawing/2014/main" id="{9895C452-A1FC-934B-8E7F-D12C76E28F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46" name="Freeform 954">
                  <a:extLst>
                    <a:ext uri="{FF2B5EF4-FFF2-40B4-BE49-F238E27FC236}">
                      <a16:creationId xmlns:a16="http://schemas.microsoft.com/office/drawing/2014/main" id="{5BB8C1BD-91AC-B843-9CC7-3CBC3CE098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47" name="Rectangle 955">
                  <a:extLst>
                    <a:ext uri="{FF2B5EF4-FFF2-40B4-BE49-F238E27FC236}">
                      <a16:creationId xmlns:a16="http://schemas.microsoft.com/office/drawing/2014/main" id="{4CFC6D39-4B55-EC4F-85FD-75570C67DA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48" name="Group 956">
                  <a:extLst>
                    <a:ext uri="{FF2B5EF4-FFF2-40B4-BE49-F238E27FC236}">
                      <a16:creationId xmlns:a16="http://schemas.microsoft.com/office/drawing/2014/main" id="{B75FFD62-95EF-574D-851D-1815FBE0CA7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673" name="AutoShape 957">
                    <a:extLst>
                      <a:ext uri="{FF2B5EF4-FFF2-40B4-BE49-F238E27FC236}">
                        <a16:creationId xmlns:a16="http://schemas.microsoft.com/office/drawing/2014/main" id="{92FB7A1E-97B4-6043-A910-91543DA517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74" name="AutoShape 958">
                    <a:extLst>
                      <a:ext uri="{FF2B5EF4-FFF2-40B4-BE49-F238E27FC236}">
                        <a16:creationId xmlns:a16="http://schemas.microsoft.com/office/drawing/2014/main" id="{F9C5792F-3580-9242-9974-D32AF49705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49" name="Rectangle 959">
                  <a:extLst>
                    <a:ext uri="{FF2B5EF4-FFF2-40B4-BE49-F238E27FC236}">
                      <a16:creationId xmlns:a16="http://schemas.microsoft.com/office/drawing/2014/main" id="{525BE3F0-AE67-2F47-AF98-D4D2F4F229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50" name="Group 960">
                  <a:extLst>
                    <a:ext uri="{FF2B5EF4-FFF2-40B4-BE49-F238E27FC236}">
                      <a16:creationId xmlns:a16="http://schemas.microsoft.com/office/drawing/2014/main" id="{A601DAB1-CFC0-8F44-A04A-660F585278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671" name="AutoShape 961">
                    <a:extLst>
                      <a:ext uri="{FF2B5EF4-FFF2-40B4-BE49-F238E27FC236}">
                        <a16:creationId xmlns:a16="http://schemas.microsoft.com/office/drawing/2014/main" id="{ACB609BF-56D2-D44C-83B2-091CA1852F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72" name="AutoShape 962">
                    <a:extLst>
                      <a:ext uri="{FF2B5EF4-FFF2-40B4-BE49-F238E27FC236}">
                        <a16:creationId xmlns:a16="http://schemas.microsoft.com/office/drawing/2014/main" id="{C9042905-4565-AE40-ACC1-58B4260FAB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51" name="Rectangle 963">
                  <a:extLst>
                    <a:ext uri="{FF2B5EF4-FFF2-40B4-BE49-F238E27FC236}">
                      <a16:creationId xmlns:a16="http://schemas.microsoft.com/office/drawing/2014/main" id="{C61ED269-47DF-C142-A4D0-B3708111F9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52" name="Rectangle 964">
                  <a:extLst>
                    <a:ext uri="{FF2B5EF4-FFF2-40B4-BE49-F238E27FC236}">
                      <a16:creationId xmlns:a16="http://schemas.microsoft.com/office/drawing/2014/main" id="{00F886D3-9EAE-864A-9F1C-51B52CBFA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53" name="Group 965">
                  <a:extLst>
                    <a:ext uri="{FF2B5EF4-FFF2-40B4-BE49-F238E27FC236}">
                      <a16:creationId xmlns:a16="http://schemas.microsoft.com/office/drawing/2014/main" id="{60624946-4E10-3F40-87A7-BF8C55B631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669" name="AutoShape 966">
                    <a:extLst>
                      <a:ext uri="{FF2B5EF4-FFF2-40B4-BE49-F238E27FC236}">
                        <a16:creationId xmlns:a16="http://schemas.microsoft.com/office/drawing/2014/main" id="{62D17F4D-631D-D942-95B8-2560C6AC81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70" name="AutoShape 967">
                    <a:extLst>
                      <a:ext uri="{FF2B5EF4-FFF2-40B4-BE49-F238E27FC236}">
                        <a16:creationId xmlns:a16="http://schemas.microsoft.com/office/drawing/2014/main" id="{F2543B3C-2B22-FA4F-A5D0-05AA9B0FE2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54" name="Freeform 968">
                  <a:extLst>
                    <a:ext uri="{FF2B5EF4-FFF2-40B4-BE49-F238E27FC236}">
                      <a16:creationId xmlns:a16="http://schemas.microsoft.com/office/drawing/2014/main" id="{192CDFC2-2C19-6B40-B992-3F09409473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655" name="Group 969">
                  <a:extLst>
                    <a:ext uri="{FF2B5EF4-FFF2-40B4-BE49-F238E27FC236}">
                      <a16:creationId xmlns:a16="http://schemas.microsoft.com/office/drawing/2014/main" id="{E6839DC6-DA7E-C74C-91FB-F78225282C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667" name="AutoShape 970">
                    <a:extLst>
                      <a:ext uri="{FF2B5EF4-FFF2-40B4-BE49-F238E27FC236}">
                        <a16:creationId xmlns:a16="http://schemas.microsoft.com/office/drawing/2014/main" id="{18B6F276-8471-1341-A696-B9F6C89AC0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68" name="AutoShape 971">
                    <a:extLst>
                      <a:ext uri="{FF2B5EF4-FFF2-40B4-BE49-F238E27FC236}">
                        <a16:creationId xmlns:a16="http://schemas.microsoft.com/office/drawing/2014/main" id="{68C51799-1F18-864A-91D1-6F08B18C64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56" name="Rectangle 972">
                  <a:extLst>
                    <a:ext uri="{FF2B5EF4-FFF2-40B4-BE49-F238E27FC236}">
                      <a16:creationId xmlns:a16="http://schemas.microsoft.com/office/drawing/2014/main" id="{4B51390B-A5E5-CB43-8C86-C10F2E7B98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57" name="Freeform 973">
                  <a:extLst>
                    <a:ext uri="{FF2B5EF4-FFF2-40B4-BE49-F238E27FC236}">
                      <a16:creationId xmlns:a16="http://schemas.microsoft.com/office/drawing/2014/main" id="{B52E3253-195E-E14B-A502-625444CE1D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58" name="Freeform 974">
                  <a:extLst>
                    <a:ext uri="{FF2B5EF4-FFF2-40B4-BE49-F238E27FC236}">
                      <a16:creationId xmlns:a16="http://schemas.microsoft.com/office/drawing/2014/main" id="{E7672640-8959-8042-B9BC-0EC53E5938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59" name="Oval 975">
                  <a:extLst>
                    <a:ext uri="{FF2B5EF4-FFF2-40B4-BE49-F238E27FC236}">
                      <a16:creationId xmlns:a16="http://schemas.microsoft.com/office/drawing/2014/main" id="{EC9D3853-3A05-7A41-97AC-7C8D004AB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0" name="Freeform 976">
                  <a:extLst>
                    <a:ext uri="{FF2B5EF4-FFF2-40B4-BE49-F238E27FC236}">
                      <a16:creationId xmlns:a16="http://schemas.microsoft.com/office/drawing/2014/main" id="{06EA8E85-732B-014C-8B0A-5EE3252412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61" name="AutoShape 977">
                  <a:extLst>
                    <a:ext uri="{FF2B5EF4-FFF2-40B4-BE49-F238E27FC236}">
                      <a16:creationId xmlns:a16="http://schemas.microsoft.com/office/drawing/2014/main" id="{99429D52-F182-BE4E-B823-05082C04FE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2" name="AutoShape 978">
                  <a:extLst>
                    <a:ext uri="{FF2B5EF4-FFF2-40B4-BE49-F238E27FC236}">
                      <a16:creationId xmlns:a16="http://schemas.microsoft.com/office/drawing/2014/main" id="{88FC1120-3C79-7041-8DE1-0FB8725D9C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3" name="Oval 979">
                  <a:extLst>
                    <a:ext uri="{FF2B5EF4-FFF2-40B4-BE49-F238E27FC236}">
                      <a16:creationId xmlns:a16="http://schemas.microsoft.com/office/drawing/2014/main" id="{8D7B5084-A180-D940-A1CF-D723A96179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4" name="Oval 980">
                  <a:extLst>
                    <a:ext uri="{FF2B5EF4-FFF2-40B4-BE49-F238E27FC236}">
                      <a16:creationId xmlns:a16="http://schemas.microsoft.com/office/drawing/2014/main" id="{8E92A1A9-5B46-C649-A91E-E03468D119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5" name="Oval 981">
                  <a:extLst>
                    <a:ext uri="{FF2B5EF4-FFF2-40B4-BE49-F238E27FC236}">
                      <a16:creationId xmlns:a16="http://schemas.microsoft.com/office/drawing/2014/main" id="{6F81CDE4-91FE-9B45-8744-F10E6BD1A0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6" name="Rectangle 982">
                  <a:extLst>
                    <a:ext uri="{FF2B5EF4-FFF2-40B4-BE49-F238E27FC236}">
                      <a16:creationId xmlns:a16="http://schemas.microsoft.com/office/drawing/2014/main" id="{95B0618A-7119-4A46-8692-519AC29469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5" name="Group 862">
              <a:extLst>
                <a:ext uri="{FF2B5EF4-FFF2-40B4-BE49-F238E27FC236}">
                  <a16:creationId xmlns:a16="http://schemas.microsoft.com/office/drawing/2014/main" id="{507FD766-D064-0542-B330-E6FC31AF9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4012" y="5612511"/>
              <a:ext cx="347767" cy="680207"/>
              <a:chOff x="7923189" y="2486664"/>
              <a:chExt cx="360377" cy="884585"/>
            </a:xfrm>
          </p:grpSpPr>
          <p:pic>
            <p:nvPicPr>
              <p:cNvPr id="214607" name="Picture 3">
                <a:extLst>
                  <a:ext uri="{FF2B5EF4-FFF2-40B4-BE49-F238E27FC236}">
                    <a16:creationId xmlns:a16="http://schemas.microsoft.com/office/drawing/2014/main" id="{563CF114-564D-5647-B20D-BA0AE252B2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98" y="2486664"/>
                <a:ext cx="239568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608" name="Group 950">
                <a:extLst>
                  <a:ext uri="{FF2B5EF4-FFF2-40B4-BE49-F238E27FC236}">
                    <a16:creationId xmlns:a16="http://schemas.microsoft.com/office/drawing/2014/main" id="{B58665F8-F067-9745-BBC5-907E7293F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609" name="Freeform 951">
                  <a:extLst>
                    <a:ext uri="{FF2B5EF4-FFF2-40B4-BE49-F238E27FC236}">
                      <a16:creationId xmlns:a16="http://schemas.microsoft.com/office/drawing/2014/main" id="{0C47CAA2-49AC-4249-8690-07C160A2C9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10" name="Rectangle 952">
                  <a:extLst>
                    <a:ext uri="{FF2B5EF4-FFF2-40B4-BE49-F238E27FC236}">
                      <a16:creationId xmlns:a16="http://schemas.microsoft.com/office/drawing/2014/main" id="{59CD709A-8D3F-CE49-B1FF-F1C01B4D4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11" name="Freeform 953">
                  <a:extLst>
                    <a:ext uri="{FF2B5EF4-FFF2-40B4-BE49-F238E27FC236}">
                      <a16:creationId xmlns:a16="http://schemas.microsoft.com/office/drawing/2014/main" id="{71CCBE77-2578-E248-B6C3-314F3EDDC7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12" name="Freeform 954">
                  <a:extLst>
                    <a:ext uri="{FF2B5EF4-FFF2-40B4-BE49-F238E27FC236}">
                      <a16:creationId xmlns:a16="http://schemas.microsoft.com/office/drawing/2014/main" id="{781D5A2B-495C-A84A-8C77-F5FC89134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13" name="Rectangle 955">
                  <a:extLst>
                    <a:ext uri="{FF2B5EF4-FFF2-40B4-BE49-F238E27FC236}">
                      <a16:creationId xmlns:a16="http://schemas.microsoft.com/office/drawing/2014/main" id="{2DFE5F82-32A0-334A-9DEC-94E388EAB4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14" name="Group 956">
                  <a:extLst>
                    <a:ext uri="{FF2B5EF4-FFF2-40B4-BE49-F238E27FC236}">
                      <a16:creationId xmlns:a16="http://schemas.microsoft.com/office/drawing/2014/main" id="{E89932DB-179E-6241-A8B9-C2400A798C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639" name="AutoShape 957">
                    <a:extLst>
                      <a:ext uri="{FF2B5EF4-FFF2-40B4-BE49-F238E27FC236}">
                        <a16:creationId xmlns:a16="http://schemas.microsoft.com/office/drawing/2014/main" id="{1D393EA7-13DC-014C-9A72-EA4893ADCA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40" name="AutoShape 958">
                    <a:extLst>
                      <a:ext uri="{FF2B5EF4-FFF2-40B4-BE49-F238E27FC236}">
                        <a16:creationId xmlns:a16="http://schemas.microsoft.com/office/drawing/2014/main" id="{E2421AEE-CB31-3341-9E23-45BB51C716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15" name="Rectangle 959">
                  <a:extLst>
                    <a:ext uri="{FF2B5EF4-FFF2-40B4-BE49-F238E27FC236}">
                      <a16:creationId xmlns:a16="http://schemas.microsoft.com/office/drawing/2014/main" id="{AEDFD6AB-D574-334D-9457-2AFEBF4CAB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16" name="Group 960">
                  <a:extLst>
                    <a:ext uri="{FF2B5EF4-FFF2-40B4-BE49-F238E27FC236}">
                      <a16:creationId xmlns:a16="http://schemas.microsoft.com/office/drawing/2014/main" id="{636B9FE2-64DB-B948-8813-09763826DE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637" name="AutoShape 961">
                    <a:extLst>
                      <a:ext uri="{FF2B5EF4-FFF2-40B4-BE49-F238E27FC236}">
                        <a16:creationId xmlns:a16="http://schemas.microsoft.com/office/drawing/2014/main" id="{B2B805DE-80C8-B140-804C-4685B428D1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38" name="AutoShape 962">
                    <a:extLst>
                      <a:ext uri="{FF2B5EF4-FFF2-40B4-BE49-F238E27FC236}">
                        <a16:creationId xmlns:a16="http://schemas.microsoft.com/office/drawing/2014/main" id="{19F8F38A-C09D-1A4B-BC66-03901EAC3B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17" name="Rectangle 963">
                  <a:extLst>
                    <a:ext uri="{FF2B5EF4-FFF2-40B4-BE49-F238E27FC236}">
                      <a16:creationId xmlns:a16="http://schemas.microsoft.com/office/drawing/2014/main" id="{96542B13-9744-9B4D-B110-DB37C9B29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18" name="Rectangle 964">
                  <a:extLst>
                    <a:ext uri="{FF2B5EF4-FFF2-40B4-BE49-F238E27FC236}">
                      <a16:creationId xmlns:a16="http://schemas.microsoft.com/office/drawing/2014/main" id="{4A0F0D86-DABE-014B-B93A-0622A4E941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19" name="Group 965">
                  <a:extLst>
                    <a:ext uri="{FF2B5EF4-FFF2-40B4-BE49-F238E27FC236}">
                      <a16:creationId xmlns:a16="http://schemas.microsoft.com/office/drawing/2014/main" id="{EB5DD951-DE2E-1C4B-AF54-08C63A86F2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635" name="AutoShape 966">
                    <a:extLst>
                      <a:ext uri="{FF2B5EF4-FFF2-40B4-BE49-F238E27FC236}">
                        <a16:creationId xmlns:a16="http://schemas.microsoft.com/office/drawing/2014/main" id="{1295AECE-1044-A046-8C03-48CB66B33A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36" name="AutoShape 967">
                    <a:extLst>
                      <a:ext uri="{FF2B5EF4-FFF2-40B4-BE49-F238E27FC236}">
                        <a16:creationId xmlns:a16="http://schemas.microsoft.com/office/drawing/2014/main" id="{D86A711D-EFD1-4C45-B531-C0F0805252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20" name="Freeform 968">
                  <a:extLst>
                    <a:ext uri="{FF2B5EF4-FFF2-40B4-BE49-F238E27FC236}">
                      <a16:creationId xmlns:a16="http://schemas.microsoft.com/office/drawing/2014/main" id="{71D47CC6-B1B1-7948-8C4D-CE79946606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621" name="Group 969">
                  <a:extLst>
                    <a:ext uri="{FF2B5EF4-FFF2-40B4-BE49-F238E27FC236}">
                      <a16:creationId xmlns:a16="http://schemas.microsoft.com/office/drawing/2014/main" id="{6E2EABD1-32B0-E648-80D1-730CD44DE3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633" name="AutoShape 970">
                    <a:extLst>
                      <a:ext uri="{FF2B5EF4-FFF2-40B4-BE49-F238E27FC236}">
                        <a16:creationId xmlns:a16="http://schemas.microsoft.com/office/drawing/2014/main" id="{5360B30E-6D2B-6B43-856D-F332717BF6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34" name="AutoShape 971">
                    <a:extLst>
                      <a:ext uri="{FF2B5EF4-FFF2-40B4-BE49-F238E27FC236}">
                        <a16:creationId xmlns:a16="http://schemas.microsoft.com/office/drawing/2014/main" id="{5B6F0033-8A83-1940-B9FF-DE68ABEF6C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22" name="Rectangle 972">
                  <a:extLst>
                    <a:ext uri="{FF2B5EF4-FFF2-40B4-BE49-F238E27FC236}">
                      <a16:creationId xmlns:a16="http://schemas.microsoft.com/office/drawing/2014/main" id="{1AAA15BA-519D-604A-A063-111934D53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23" name="Freeform 973">
                  <a:extLst>
                    <a:ext uri="{FF2B5EF4-FFF2-40B4-BE49-F238E27FC236}">
                      <a16:creationId xmlns:a16="http://schemas.microsoft.com/office/drawing/2014/main" id="{D7268FE4-3633-7E4F-A9DE-1A099614C8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24" name="Freeform 974">
                  <a:extLst>
                    <a:ext uri="{FF2B5EF4-FFF2-40B4-BE49-F238E27FC236}">
                      <a16:creationId xmlns:a16="http://schemas.microsoft.com/office/drawing/2014/main" id="{2240B9F2-DF1E-134D-A1CB-9B966296B3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25" name="Oval 975">
                  <a:extLst>
                    <a:ext uri="{FF2B5EF4-FFF2-40B4-BE49-F238E27FC236}">
                      <a16:creationId xmlns:a16="http://schemas.microsoft.com/office/drawing/2014/main" id="{9202F8D2-9D0C-434C-B909-5AC189F363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26" name="Freeform 976">
                  <a:extLst>
                    <a:ext uri="{FF2B5EF4-FFF2-40B4-BE49-F238E27FC236}">
                      <a16:creationId xmlns:a16="http://schemas.microsoft.com/office/drawing/2014/main" id="{EB09ED96-E768-3444-9C5E-6BC4D1210C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27" name="AutoShape 977">
                  <a:extLst>
                    <a:ext uri="{FF2B5EF4-FFF2-40B4-BE49-F238E27FC236}">
                      <a16:creationId xmlns:a16="http://schemas.microsoft.com/office/drawing/2014/main" id="{E493530B-AA1E-CA40-8FA9-8708AB0CEA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28" name="AutoShape 978">
                  <a:extLst>
                    <a:ext uri="{FF2B5EF4-FFF2-40B4-BE49-F238E27FC236}">
                      <a16:creationId xmlns:a16="http://schemas.microsoft.com/office/drawing/2014/main" id="{29957C38-CF9D-BA4A-8483-4E9F151B0E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29" name="Oval 979">
                  <a:extLst>
                    <a:ext uri="{FF2B5EF4-FFF2-40B4-BE49-F238E27FC236}">
                      <a16:creationId xmlns:a16="http://schemas.microsoft.com/office/drawing/2014/main" id="{34B9D8B5-03B1-6541-AB6C-0AB8440886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30" name="Oval 980">
                  <a:extLst>
                    <a:ext uri="{FF2B5EF4-FFF2-40B4-BE49-F238E27FC236}">
                      <a16:creationId xmlns:a16="http://schemas.microsoft.com/office/drawing/2014/main" id="{A33CE19C-067B-9646-B667-FD1D5A32F2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31" name="Oval 981">
                  <a:extLst>
                    <a:ext uri="{FF2B5EF4-FFF2-40B4-BE49-F238E27FC236}">
                      <a16:creationId xmlns:a16="http://schemas.microsoft.com/office/drawing/2014/main" id="{18AD08A0-EBDE-0D49-A805-5EFA0E8516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32" name="Rectangle 982">
                  <a:extLst>
                    <a:ext uri="{FF2B5EF4-FFF2-40B4-BE49-F238E27FC236}">
                      <a16:creationId xmlns:a16="http://schemas.microsoft.com/office/drawing/2014/main" id="{7BFD1C2B-DDA4-C640-A3FC-9EA3B37D3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6" name="Group 897">
              <a:extLst>
                <a:ext uri="{FF2B5EF4-FFF2-40B4-BE49-F238E27FC236}">
                  <a16:creationId xmlns:a16="http://schemas.microsoft.com/office/drawing/2014/main" id="{CD60E856-AD2F-574C-B841-E53BF7BEB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8038" y="3829780"/>
              <a:ext cx="347753" cy="680208"/>
              <a:chOff x="7923189" y="2486663"/>
              <a:chExt cx="360362" cy="884586"/>
            </a:xfrm>
          </p:grpSpPr>
          <p:pic>
            <p:nvPicPr>
              <p:cNvPr id="214573" name="Picture 3">
                <a:extLst>
                  <a:ext uri="{FF2B5EF4-FFF2-40B4-BE49-F238E27FC236}">
                    <a16:creationId xmlns:a16="http://schemas.microsoft.com/office/drawing/2014/main" id="{7C224992-1229-9E43-998F-00844EECB7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574" name="Group 950">
                <a:extLst>
                  <a:ext uri="{FF2B5EF4-FFF2-40B4-BE49-F238E27FC236}">
                    <a16:creationId xmlns:a16="http://schemas.microsoft.com/office/drawing/2014/main" id="{6F93D902-DF1A-4F4F-B6ED-D18240151B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575" name="Freeform 951">
                  <a:extLst>
                    <a:ext uri="{FF2B5EF4-FFF2-40B4-BE49-F238E27FC236}">
                      <a16:creationId xmlns:a16="http://schemas.microsoft.com/office/drawing/2014/main" id="{B0E86564-CD6D-3944-B48B-F5CAEDE67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76" name="Rectangle 952">
                  <a:extLst>
                    <a:ext uri="{FF2B5EF4-FFF2-40B4-BE49-F238E27FC236}">
                      <a16:creationId xmlns:a16="http://schemas.microsoft.com/office/drawing/2014/main" id="{A167CAD0-6A8A-7941-B1F7-E0A74EFB0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77" name="Freeform 953">
                  <a:extLst>
                    <a:ext uri="{FF2B5EF4-FFF2-40B4-BE49-F238E27FC236}">
                      <a16:creationId xmlns:a16="http://schemas.microsoft.com/office/drawing/2014/main" id="{4726D2FD-E8A0-CC4B-A1D8-D89F5A3687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78" name="Freeform 954">
                  <a:extLst>
                    <a:ext uri="{FF2B5EF4-FFF2-40B4-BE49-F238E27FC236}">
                      <a16:creationId xmlns:a16="http://schemas.microsoft.com/office/drawing/2014/main" id="{4F20BF5E-E61A-4A48-BDA8-491822E5B2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79" name="Rectangle 955">
                  <a:extLst>
                    <a:ext uri="{FF2B5EF4-FFF2-40B4-BE49-F238E27FC236}">
                      <a16:creationId xmlns:a16="http://schemas.microsoft.com/office/drawing/2014/main" id="{FD7DC307-1108-F84E-8252-F7C39E957D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80" name="Group 956">
                  <a:extLst>
                    <a:ext uri="{FF2B5EF4-FFF2-40B4-BE49-F238E27FC236}">
                      <a16:creationId xmlns:a16="http://schemas.microsoft.com/office/drawing/2014/main" id="{742701A2-1BAB-1D4A-93EE-7945F9079F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605" name="AutoShape 957">
                    <a:extLst>
                      <a:ext uri="{FF2B5EF4-FFF2-40B4-BE49-F238E27FC236}">
                        <a16:creationId xmlns:a16="http://schemas.microsoft.com/office/drawing/2014/main" id="{B1DBF270-A4D7-6F43-BDAE-283D09FC33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06" name="AutoShape 958">
                    <a:extLst>
                      <a:ext uri="{FF2B5EF4-FFF2-40B4-BE49-F238E27FC236}">
                        <a16:creationId xmlns:a16="http://schemas.microsoft.com/office/drawing/2014/main" id="{8B922D59-1E34-5E49-A1A0-1A79FA563F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81" name="Rectangle 959">
                  <a:extLst>
                    <a:ext uri="{FF2B5EF4-FFF2-40B4-BE49-F238E27FC236}">
                      <a16:creationId xmlns:a16="http://schemas.microsoft.com/office/drawing/2014/main" id="{720F6FB5-0794-834C-9FF7-0EDA784C54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82" name="Group 960">
                  <a:extLst>
                    <a:ext uri="{FF2B5EF4-FFF2-40B4-BE49-F238E27FC236}">
                      <a16:creationId xmlns:a16="http://schemas.microsoft.com/office/drawing/2014/main" id="{3EDABE8F-C0D3-F64F-9383-8EEB162419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603" name="AutoShape 961">
                    <a:extLst>
                      <a:ext uri="{FF2B5EF4-FFF2-40B4-BE49-F238E27FC236}">
                        <a16:creationId xmlns:a16="http://schemas.microsoft.com/office/drawing/2014/main" id="{F11EB9E8-25F5-3C4C-B45A-1E592BB9E6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04" name="AutoShape 962">
                    <a:extLst>
                      <a:ext uri="{FF2B5EF4-FFF2-40B4-BE49-F238E27FC236}">
                        <a16:creationId xmlns:a16="http://schemas.microsoft.com/office/drawing/2014/main" id="{703CEBB7-DEC9-1048-A10F-083DD20EA2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83" name="Rectangle 963">
                  <a:extLst>
                    <a:ext uri="{FF2B5EF4-FFF2-40B4-BE49-F238E27FC236}">
                      <a16:creationId xmlns:a16="http://schemas.microsoft.com/office/drawing/2014/main" id="{9454D8B8-6B15-444B-B14F-63ECB29ED8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84" name="Rectangle 964">
                  <a:extLst>
                    <a:ext uri="{FF2B5EF4-FFF2-40B4-BE49-F238E27FC236}">
                      <a16:creationId xmlns:a16="http://schemas.microsoft.com/office/drawing/2014/main" id="{69DE74CF-EB07-AD4A-B698-E00F3D2666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85" name="Group 965">
                  <a:extLst>
                    <a:ext uri="{FF2B5EF4-FFF2-40B4-BE49-F238E27FC236}">
                      <a16:creationId xmlns:a16="http://schemas.microsoft.com/office/drawing/2014/main" id="{3081CBEE-87E9-5647-B228-1A327E765C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601" name="AutoShape 966">
                    <a:extLst>
                      <a:ext uri="{FF2B5EF4-FFF2-40B4-BE49-F238E27FC236}">
                        <a16:creationId xmlns:a16="http://schemas.microsoft.com/office/drawing/2014/main" id="{701EE972-A5F2-444C-BC8E-70153B4777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02" name="AutoShape 967">
                    <a:extLst>
                      <a:ext uri="{FF2B5EF4-FFF2-40B4-BE49-F238E27FC236}">
                        <a16:creationId xmlns:a16="http://schemas.microsoft.com/office/drawing/2014/main" id="{0130ACB8-9781-EA4A-A1DB-82D0F29EBF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86" name="Freeform 968">
                  <a:extLst>
                    <a:ext uri="{FF2B5EF4-FFF2-40B4-BE49-F238E27FC236}">
                      <a16:creationId xmlns:a16="http://schemas.microsoft.com/office/drawing/2014/main" id="{4AB44CEB-E837-7147-A8A7-57C5FDA6FF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587" name="Group 969">
                  <a:extLst>
                    <a:ext uri="{FF2B5EF4-FFF2-40B4-BE49-F238E27FC236}">
                      <a16:creationId xmlns:a16="http://schemas.microsoft.com/office/drawing/2014/main" id="{A74DE05C-88D9-774E-B8F5-0BA3B55D11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599" name="AutoShape 970">
                    <a:extLst>
                      <a:ext uri="{FF2B5EF4-FFF2-40B4-BE49-F238E27FC236}">
                        <a16:creationId xmlns:a16="http://schemas.microsoft.com/office/drawing/2014/main" id="{F6664F2B-8007-C042-8BD4-9DD26D6562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00" name="AutoShape 971">
                    <a:extLst>
                      <a:ext uri="{FF2B5EF4-FFF2-40B4-BE49-F238E27FC236}">
                        <a16:creationId xmlns:a16="http://schemas.microsoft.com/office/drawing/2014/main" id="{681E6074-B6F0-504F-8D76-434A29BF79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88" name="Rectangle 972">
                  <a:extLst>
                    <a:ext uri="{FF2B5EF4-FFF2-40B4-BE49-F238E27FC236}">
                      <a16:creationId xmlns:a16="http://schemas.microsoft.com/office/drawing/2014/main" id="{016C43F7-AF1C-2148-8C6F-047013498B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89" name="Freeform 973">
                  <a:extLst>
                    <a:ext uri="{FF2B5EF4-FFF2-40B4-BE49-F238E27FC236}">
                      <a16:creationId xmlns:a16="http://schemas.microsoft.com/office/drawing/2014/main" id="{960017AB-A9BC-7B49-A693-83AE1F1CE7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90" name="Freeform 974">
                  <a:extLst>
                    <a:ext uri="{FF2B5EF4-FFF2-40B4-BE49-F238E27FC236}">
                      <a16:creationId xmlns:a16="http://schemas.microsoft.com/office/drawing/2014/main" id="{B4FEDAA7-65C7-7743-89B9-688476EC7D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91" name="Oval 975">
                  <a:extLst>
                    <a:ext uri="{FF2B5EF4-FFF2-40B4-BE49-F238E27FC236}">
                      <a16:creationId xmlns:a16="http://schemas.microsoft.com/office/drawing/2014/main" id="{F2EA992E-8FC3-CA49-80B6-2C38049950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2" name="Freeform 976">
                  <a:extLst>
                    <a:ext uri="{FF2B5EF4-FFF2-40B4-BE49-F238E27FC236}">
                      <a16:creationId xmlns:a16="http://schemas.microsoft.com/office/drawing/2014/main" id="{96A0DFAB-1B0D-C045-A4E7-A67AB0B521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93" name="AutoShape 977">
                  <a:extLst>
                    <a:ext uri="{FF2B5EF4-FFF2-40B4-BE49-F238E27FC236}">
                      <a16:creationId xmlns:a16="http://schemas.microsoft.com/office/drawing/2014/main" id="{D8947F5E-F7D1-B64E-8558-F6B3FCA1C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4" name="AutoShape 978">
                  <a:extLst>
                    <a:ext uri="{FF2B5EF4-FFF2-40B4-BE49-F238E27FC236}">
                      <a16:creationId xmlns:a16="http://schemas.microsoft.com/office/drawing/2014/main" id="{1EB4BFCE-7C30-584C-B7B4-818CB34C41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5" name="Oval 979">
                  <a:extLst>
                    <a:ext uri="{FF2B5EF4-FFF2-40B4-BE49-F238E27FC236}">
                      <a16:creationId xmlns:a16="http://schemas.microsoft.com/office/drawing/2014/main" id="{1A441EBF-90E7-A346-B395-AB5628A932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6" name="Oval 980">
                  <a:extLst>
                    <a:ext uri="{FF2B5EF4-FFF2-40B4-BE49-F238E27FC236}">
                      <a16:creationId xmlns:a16="http://schemas.microsoft.com/office/drawing/2014/main" id="{F646C0CE-064B-8F45-BC86-4C7AC008D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7" name="Oval 981">
                  <a:extLst>
                    <a:ext uri="{FF2B5EF4-FFF2-40B4-BE49-F238E27FC236}">
                      <a16:creationId xmlns:a16="http://schemas.microsoft.com/office/drawing/2014/main" id="{49379C7D-E020-B342-93A3-E8AF620797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8" name="Rectangle 982">
                  <a:extLst>
                    <a:ext uri="{FF2B5EF4-FFF2-40B4-BE49-F238E27FC236}">
                      <a16:creationId xmlns:a16="http://schemas.microsoft.com/office/drawing/2014/main" id="{084820A8-C10D-2D49-9723-2DF79F9B9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7" name="Group 932">
              <a:extLst>
                <a:ext uri="{FF2B5EF4-FFF2-40B4-BE49-F238E27FC236}">
                  <a16:creationId xmlns:a16="http://schemas.microsoft.com/office/drawing/2014/main" id="{0D03F1A7-2CEA-8449-B4F3-59622B4BB9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2838" y="5630065"/>
              <a:ext cx="347753" cy="680208"/>
              <a:chOff x="7923189" y="2486663"/>
              <a:chExt cx="360362" cy="884586"/>
            </a:xfrm>
          </p:grpSpPr>
          <p:pic>
            <p:nvPicPr>
              <p:cNvPr id="214539" name="Picture 3">
                <a:extLst>
                  <a:ext uri="{FF2B5EF4-FFF2-40B4-BE49-F238E27FC236}">
                    <a16:creationId xmlns:a16="http://schemas.microsoft.com/office/drawing/2014/main" id="{5DE36EB3-3AFF-BA4F-BD6D-409F9CE17E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540" name="Group 950">
                <a:extLst>
                  <a:ext uri="{FF2B5EF4-FFF2-40B4-BE49-F238E27FC236}">
                    <a16:creationId xmlns:a16="http://schemas.microsoft.com/office/drawing/2014/main" id="{78FA27D7-EDBE-9B42-BE48-BD8D91C4F4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541" name="Freeform 951">
                  <a:extLst>
                    <a:ext uri="{FF2B5EF4-FFF2-40B4-BE49-F238E27FC236}">
                      <a16:creationId xmlns:a16="http://schemas.microsoft.com/office/drawing/2014/main" id="{BA79EE71-8A12-4640-8D04-F4A8C1152C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42" name="Rectangle 952">
                  <a:extLst>
                    <a:ext uri="{FF2B5EF4-FFF2-40B4-BE49-F238E27FC236}">
                      <a16:creationId xmlns:a16="http://schemas.microsoft.com/office/drawing/2014/main" id="{5BF62D1C-48AC-7D48-95E1-670C967A2D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43" name="Freeform 953">
                  <a:extLst>
                    <a:ext uri="{FF2B5EF4-FFF2-40B4-BE49-F238E27FC236}">
                      <a16:creationId xmlns:a16="http://schemas.microsoft.com/office/drawing/2014/main" id="{934C90DD-A5EE-3248-B6FB-FA69701922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44" name="Freeform 954">
                  <a:extLst>
                    <a:ext uri="{FF2B5EF4-FFF2-40B4-BE49-F238E27FC236}">
                      <a16:creationId xmlns:a16="http://schemas.microsoft.com/office/drawing/2014/main" id="{EFE7FF54-2122-3B4A-9237-801511A1E8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45" name="Rectangle 955">
                  <a:extLst>
                    <a:ext uri="{FF2B5EF4-FFF2-40B4-BE49-F238E27FC236}">
                      <a16:creationId xmlns:a16="http://schemas.microsoft.com/office/drawing/2014/main" id="{AA2E6AFB-B64A-0F47-A889-468715B276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46" name="Group 956">
                  <a:extLst>
                    <a:ext uri="{FF2B5EF4-FFF2-40B4-BE49-F238E27FC236}">
                      <a16:creationId xmlns:a16="http://schemas.microsoft.com/office/drawing/2014/main" id="{03D5C498-2613-CC40-9A1A-88B8C69DB4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571" name="AutoShape 957">
                    <a:extLst>
                      <a:ext uri="{FF2B5EF4-FFF2-40B4-BE49-F238E27FC236}">
                        <a16:creationId xmlns:a16="http://schemas.microsoft.com/office/drawing/2014/main" id="{91B8132F-1C0A-5A4C-88EE-B1FD03A61C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572" name="AutoShape 958">
                    <a:extLst>
                      <a:ext uri="{FF2B5EF4-FFF2-40B4-BE49-F238E27FC236}">
                        <a16:creationId xmlns:a16="http://schemas.microsoft.com/office/drawing/2014/main" id="{AC41DB90-C49E-1142-883C-9F64F283D5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47" name="Rectangle 959">
                  <a:extLst>
                    <a:ext uri="{FF2B5EF4-FFF2-40B4-BE49-F238E27FC236}">
                      <a16:creationId xmlns:a16="http://schemas.microsoft.com/office/drawing/2014/main" id="{3BFF5039-4721-2E4D-8E36-FCFE445AFD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48" name="Group 960">
                  <a:extLst>
                    <a:ext uri="{FF2B5EF4-FFF2-40B4-BE49-F238E27FC236}">
                      <a16:creationId xmlns:a16="http://schemas.microsoft.com/office/drawing/2014/main" id="{01CD9547-2890-C74D-A640-EC13991ECC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569" name="AutoShape 961">
                    <a:extLst>
                      <a:ext uri="{FF2B5EF4-FFF2-40B4-BE49-F238E27FC236}">
                        <a16:creationId xmlns:a16="http://schemas.microsoft.com/office/drawing/2014/main" id="{4E7C2351-B99F-FE48-8432-49883E0F2A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570" name="AutoShape 962">
                    <a:extLst>
                      <a:ext uri="{FF2B5EF4-FFF2-40B4-BE49-F238E27FC236}">
                        <a16:creationId xmlns:a16="http://schemas.microsoft.com/office/drawing/2014/main" id="{70A705C3-0630-7743-85C8-3F5D10E564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49" name="Rectangle 963">
                  <a:extLst>
                    <a:ext uri="{FF2B5EF4-FFF2-40B4-BE49-F238E27FC236}">
                      <a16:creationId xmlns:a16="http://schemas.microsoft.com/office/drawing/2014/main" id="{4226CB1D-275D-024A-955F-6BC17F69C5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50" name="Rectangle 964">
                  <a:extLst>
                    <a:ext uri="{FF2B5EF4-FFF2-40B4-BE49-F238E27FC236}">
                      <a16:creationId xmlns:a16="http://schemas.microsoft.com/office/drawing/2014/main" id="{3F11C6D0-E545-8C46-8D2B-C6F5E282E6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51" name="Group 965">
                  <a:extLst>
                    <a:ext uri="{FF2B5EF4-FFF2-40B4-BE49-F238E27FC236}">
                      <a16:creationId xmlns:a16="http://schemas.microsoft.com/office/drawing/2014/main" id="{6E742B3E-C6CE-9A42-9D1F-7A80FD0359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567" name="AutoShape 966">
                    <a:extLst>
                      <a:ext uri="{FF2B5EF4-FFF2-40B4-BE49-F238E27FC236}">
                        <a16:creationId xmlns:a16="http://schemas.microsoft.com/office/drawing/2014/main" id="{26E60C4B-5F3A-244E-A71E-59C43916B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568" name="AutoShape 967">
                    <a:extLst>
                      <a:ext uri="{FF2B5EF4-FFF2-40B4-BE49-F238E27FC236}">
                        <a16:creationId xmlns:a16="http://schemas.microsoft.com/office/drawing/2014/main" id="{E3EAF3AD-8DFF-2048-882F-E23E3E9F30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52" name="Freeform 968">
                  <a:extLst>
                    <a:ext uri="{FF2B5EF4-FFF2-40B4-BE49-F238E27FC236}">
                      <a16:creationId xmlns:a16="http://schemas.microsoft.com/office/drawing/2014/main" id="{43AAD801-E54F-A840-B9B9-5106EC5D10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553" name="Group 969">
                  <a:extLst>
                    <a:ext uri="{FF2B5EF4-FFF2-40B4-BE49-F238E27FC236}">
                      <a16:creationId xmlns:a16="http://schemas.microsoft.com/office/drawing/2014/main" id="{284D7B7E-FA9C-4C42-B210-91742B8823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565" name="AutoShape 970">
                    <a:extLst>
                      <a:ext uri="{FF2B5EF4-FFF2-40B4-BE49-F238E27FC236}">
                        <a16:creationId xmlns:a16="http://schemas.microsoft.com/office/drawing/2014/main" id="{8FED6D26-E27C-5D41-88ED-BAD4B53B51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566" name="AutoShape 971">
                    <a:extLst>
                      <a:ext uri="{FF2B5EF4-FFF2-40B4-BE49-F238E27FC236}">
                        <a16:creationId xmlns:a16="http://schemas.microsoft.com/office/drawing/2014/main" id="{C8D2A46A-8F4E-9848-B2B2-4456B9EE1A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54" name="Rectangle 972">
                  <a:extLst>
                    <a:ext uri="{FF2B5EF4-FFF2-40B4-BE49-F238E27FC236}">
                      <a16:creationId xmlns:a16="http://schemas.microsoft.com/office/drawing/2014/main" id="{67D5ECA4-557C-B845-86F6-AC44D0C0D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55" name="Freeform 973">
                  <a:extLst>
                    <a:ext uri="{FF2B5EF4-FFF2-40B4-BE49-F238E27FC236}">
                      <a16:creationId xmlns:a16="http://schemas.microsoft.com/office/drawing/2014/main" id="{AF3298E6-C14C-CB46-8F61-E0E59FEADA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56" name="Freeform 974">
                  <a:extLst>
                    <a:ext uri="{FF2B5EF4-FFF2-40B4-BE49-F238E27FC236}">
                      <a16:creationId xmlns:a16="http://schemas.microsoft.com/office/drawing/2014/main" id="{A56E4D83-9A3E-544A-BA23-873018E427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57" name="Oval 975">
                  <a:extLst>
                    <a:ext uri="{FF2B5EF4-FFF2-40B4-BE49-F238E27FC236}">
                      <a16:creationId xmlns:a16="http://schemas.microsoft.com/office/drawing/2014/main" id="{AEF30947-F8A0-194F-B4BA-4AD952BE39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58" name="Freeform 976">
                  <a:extLst>
                    <a:ext uri="{FF2B5EF4-FFF2-40B4-BE49-F238E27FC236}">
                      <a16:creationId xmlns:a16="http://schemas.microsoft.com/office/drawing/2014/main" id="{68DA3ED0-277F-D841-85D5-AA48390257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59" name="AutoShape 977">
                  <a:extLst>
                    <a:ext uri="{FF2B5EF4-FFF2-40B4-BE49-F238E27FC236}">
                      <a16:creationId xmlns:a16="http://schemas.microsoft.com/office/drawing/2014/main" id="{E7834B2A-9B47-1041-9D90-15394F42B2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0" name="AutoShape 978">
                  <a:extLst>
                    <a:ext uri="{FF2B5EF4-FFF2-40B4-BE49-F238E27FC236}">
                      <a16:creationId xmlns:a16="http://schemas.microsoft.com/office/drawing/2014/main" id="{02F3B69F-9FC0-ED46-95EA-40F27E1D12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1" name="Oval 979">
                  <a:extLst>
                    <a:ext uri="{FF2B5EF4-FFF2-40B4-BE49-F238E27FC236}">
                      <a16:creationId xmlns:a16="http://schemas.microsoft.com/office/drawing/2014/main" id="{4DE57B74-718C-334B-8B94-98CC94D523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2" name="Oval 980">
                  <a:extLst>
                    <a:ext uri="{FF2B5EF4-FFF2-40B4-BE49-F238E27FC236}">
                      <a16:creationId xmlns:a16="http://schemas.microsoft.com/office/drawing/2014/main" id="{652A99B5-08D3-C64C-96C5-5ECCBF7E11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3" name="Oval 981">
                  <a:extLst>
                    <a:ext uri="{FF2B5EF4-FFF2-40B4-BE49-F238E27FC236}">
                      <a16:creationId xmlns:a16="http://schemas.microsoft.com/office/drawing/2014/main" id="{E9E54174-B84B-9146-8E65-121AE87CE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4" name="Rectangle 982">
                  <a:extLst>
                    <a:ext uri="{FF2B5EF4-FFF2-40B4-BE49-F238E27FC236}">
                      <a16:creationId xmlns:a16="http://schemas.microsoft.com/office/drawing/2014/main" id="{704EC13D-5637-0B42-BD20-1DE721BE16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8" name="Group 15">
              <a:extLst>
                <a:ext uri="{FF2B5EF4-FFF2-40B4-BE49-F238E27FC236}">
                  <a16:creationId xmlns:a16="http://schemas.microsoft.com/office/drawing/2014/main" id="{D8E1866F-6854-DA47-9762-C14A87A4D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7615" y="4368892"/>
              <a:ext cx="990551" cy="731635"/>
              <a:chOff x="7707615" y="4368892"/>
              <a:chExt cx="990551" cy="731635"/>
            </a:xfrm>
          </p:grpSpPr>
          <p:pic>
            <p:nvPicPr>
              <p:cNvPr id="214439" name="Picture 14">
                <a:extLst>
                  <a:ext uri="{FF2B5EF4-FFF2-40B4-BE49-F238E27FC236}">
                    <a16:creationId xmlns:a16="http://schemas.microsoft.com/office/drawing/2014/main" id="{3BCD9759-5B21-114C-8761-09126950D3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1833" y="4640202"/>
                <a:ext cx="822008" cy="460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14440" name="Group 249">
                <a:extLst>
                  <a:ext uri="{FF2B5EF4-FFF2-40B4-BE49-F238E27FC236}">
                    <a16:creationId xmlns:a16="http://schemas.microsoft.com/office/drawing/2014/main" id="{545A4638-7D8B-F449-B237-6472B9C5CF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707615" y="4368892"/>
                <a:ext cx="225953" cy="395900"/>
                <a:chOff x="4140" y="429"/>
                <a:chExt cx="1425" cy="2396"/>
              </a:xfrm>
            </p:grpSpPr>
            <p:sp>
              <p:nvSpPr>
                <p:cNvPr id="214507" name="Freeform 250">
                  <a:extLst>
                    <a:ext uri="{FF2B5EF4-FFF2-40B4-BE49-F238E27FC236}">
                      <a16:creationId xmlns:a16="http://schemas.microsoft.com/office/drawing/2014/main" id="{FB58D26C-934D-1247-B2AC-3802534B9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9 w 354"/>
                    <a:gd name="T1" fmla="*/ 0 h 2742"/>
                    <a:gd name="T2" fmla="*/ 47 w 354"/>
                    <a:gd name="T3" fmla="*/ 66 h 2742"/>
                    <a:gd name="T4" fmla="*/ 46 w 354"/>
                    <a:gd name="T5" fmla="*/ 510 h 2742"/>
                    <a:gd name="T6" fmla="*/ 0 w 354"/>
                    <a:gd name="T7" fmla="*/ 534 h 2742"/>
                    <a:gd name="T8" fmla="*/ 9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1" name="Rectangle 251">
                  <a:extLst>
                    <a:ext uri="{FF2B5EF4-FFF2-40B4-BE49-F238E27FC236}">
                      <a16:creationId xmlns:a16="http://schemas.microsoft.com/office/drawing/2014/main" id="{65302C2E-3662-3D47-B457-2ABF58402C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4" y="425"/>
                  <a:ext cx="1051" cy="2259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509" name="Freeform 252">
                  <a:extLst>
                    <a:ext uri="{FF2B5EF4-FFF2-40B4-BE49-F238E27FC236}">
                      <a16:creationId xmlns:a16="http://schemas.microsoft.com/office/drawing/2014/main" id="{A431C36B-24D9-1546-B351-A1FE232962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9 w 211"/>
                    <a:gd name="T3" fmla="*/ 43 h 2537"/>
                    <a:gd name="T4" fmla="*/ 2 w 211"/>
                    <a:gd name="T5" fmla="*/ 48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10" name="Freeform 253">
                  <a:extLst>
                    <a:ext uri="{FF2B5EF4-FFF2-40B4-BE49-F238E27FC236}">
                      <a16:creationId xmlns:a16="http://schemas.microsoft.com/office/drawing/2014/main" id="{4383C380-326F-3C48-9ACE-950CF0D017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5 h 226"/>
                    <a:gd name="T4" fmla="*/ 45 w 328"/>
                    <a:gd name="T5" fmla="*/ 45 h 226"/>
                    <a:gd name="T6" fmla="*/ 0 w 328"/>
                    <a:gd name="T7" fmla="*/ 19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Rectangle 254">
                  <a:extLst>
                    <a:ext uri="{FF2B5EF4-FFF2-40B4-BE49-F238E27FC236}">
                      <a16:creationId xmlns:a16="http://schemas.microsoft.com/office/drawing/2014/main" id="{DCE11187-1669-A547-907A-C9F158F5E0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685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512" name="Group 255">
                  <a:extLst>
                    <a:ext uri="{FF2B5EF4-FFF2-40B4-BE49-F238E27FC236}">
                      <a16:creationId xmlns:a16="http://schemas.microsoft.com/office/drawing/2014/main" id="{990375B8-5CF9-284F-9EF8-6B9193FD69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000" name="AutoShape 256">
                    <a:extLst>
                      <a:ext uri="{FF2B5EF4-FFF2-40B4-BE49-F238E27FC236}">
                        <a16:creationId xmlns:a16="http://schemas.microsoft.com/office/drawing/2014/main" id="{BCE01474-1697-9845-A36F-44B56DC3FB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46" y="2566"/>
                    <a:ext cx="725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01" name="AutoShape 257">
                    <a:extLst>
                      <a:ext uri="{FF2B5EF4-FFF2-40B4-BE49-F238E27FC236}">
                        <a16:creationId xmlns:a16="http://schemas.microsoft.com/office/drawing/2014/main" id="{E67735CE-42B1-0644-8805-47682EB2CE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9" y="2584"/>
                    <a:ext cx="700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976" name="Rectangle 258">
                  <a:extLst>
                    <a:ext uri="{FF2B5EF4-FFF2-40B4-BE49-F238E27FC236}">
                      <a16:creationId xmlns:a16="http://schemas.microsoft.com/office/drawing/2014/main" id="{D1183BDC-3751-0D40-AF16-7EBEFA471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2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514" name="Group 259">
                  <a:extLst>
                    <a:ext uri="{FF2B5EF4-FFF2-40B4-BE49-F238E27FC236}">
                      <a16:creationId xmlns:a16="http://schemas.microsoft.com/office/drawing/2014/main" id="{601517E3-C345-9B42-B1E3-85EB550F6D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98" name="AutoShape 260">
                    <a:extLst>
                      <a:ext uri="{FF2B5EF4-FFF2-40B4-BE49-F238E27FC236}">
                        <a16:creationId xmlns:a16="http://schemas.microsoft.com/office/drawing/2014/main" id="{9BBD73B2-30D3-F543-9F93-BB96C0EA45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66"/>
                    <a:ext cx="725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999" name="AutoShape 261">
                    <a:extLst>
                      <a:ext uri="{FF2B5EF4-FFF2-40B4-BE49-F238E27FC236}">
                        <a16:creationId xmlns:a16="http://schemas.microsoft.com/office/drawing/2014/main" id="{C15B9CE5-6342-FC47-890E-3DE9B4B6C4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4" y="2586"/>
                    <a:ext cx="687" cy="10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978" name="Rectangle 262">
                  <a:extLst>
                    <a:ext uri="{FF2B5EF4-FFF2-40B4-BE49-F238E27FC236}">
                      <a16:creationId xmlns:a16="http://schemas.microsoft.com/office/drawing/2014/main" id="{08BF4B3F-334E-B84F-BD21-1D8E4CCAE1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358"/>
                  <a:ext cx="591" cy="29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79" name="Rectangle 263">
                  <a:extLst>
                    <a:ext uri="{FF2B5EF4-FFF2-40B4-BE49-F238E27FC236}">
                      <a16:creationId xmlns:a16="http://schemas.microsoft.com/office/drawing/2014/main" id="{66868866-1B9E-2D47-AA03-F94E46A0DC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4" y="1627"/>
                  <a:ext cx="59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517" name="Group 264">
                  <a:extLst>
                    <a:ext uri="{FF2B5EF4-FFF2-40B4-BE49-F238E27FC236}">
                      <a16:creationId xmlns:a16="http://schemas.microsoft.com/office/drawing/2014/main" id="{A0EE9E27-0661-B84B-8F3D-9C8510F425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96" name="AutoShape 265">
                    <a:extLst>
                      <a:ext uri="{FF2B5EF4-FFF2-40B4-BE49-F238E27FC236}">
                        <a16:creationId xmlns:a16="http://schemas.microsoft.com/office/drawing/2014/main" id="{9DCA2718-B1F6-2244-AFCA-B960F4F6BC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11" cy="11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997" name="AutoShape 266">
                    <a:extLst>
                      <a:ext uri="{FF2B5EF4-FFF2-40B4-BE49-F238E27FC236}">
                        <a16:creationId xmlns:a16="http://schemas.microsoft.com/office/drawing/2014/main" id="{9D04F19F-82C7-CD45-B603-E1678F4CA1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5"/>
                    <a:ext cx="674" cy="8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214518" name="Freeform 267">
                  <a:extLst>
                    <a:ext uri="{FF2B5EF4-FFF2-40B4-BE49-F238E27FC236}">
                      <a16:creationId xmlns:a16="http://schemas.microsoft.com/office/drawing/2014/main" id="{1B0EF3F8-744F-5343-AEDA-4EA404B504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4 h 226"/>
                    <a:gd name="T4" fmla="*/ 45 w 328"/>
                    <a:gd name="T5" fmla="*/ 43 h 226"/>
                    <a:gd name="T6" fmla="*/ 0 w 328"/>
                    <a:gd name="T7" fmla="*/ 1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519" name="Group 268">
                  <a:extLst>
                    <a:ext uri="{FF2B5EF4-FFF2-40B4-BE49-F238E27FC236}">
                      <a16:creationId xmlns:a16="http://schemas.microsoft.com/office/drawing/2014/main" id="{6CDE9642-131D-C943-BED9-DE3B0D79D7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94" name="AutoShape 269">
                    <a:extLst>
                      <a:ext uri="{FF2B5EF4-FFF2-40B4-BE49-F238E27FC236}">
                        <a16:creationId xmlns:a16="http://schemas.microsoft.com/office/drawing/2014/main" id="{D4492096-351F-1B46-88EC-7C66E8E112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46" y="2541"/>
                    <a:ext cx="698" cy="16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995" name="AutoShape 270">
                    <a:extLst>
                      <a:ext uri="{FF2B5EF4-FFF2-40B4-BE49-F238E27FC236}">
                        <a16:creationId xmlns:a16="http://schemas.microsoft.com/office/drawing/2014/main" id="{0EE67903-F639-F641-8C3D-290FEA9FDB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9" y="2560"/>
                    <a:ext cx="661" cy="13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983" name="Rectangle 271">
                  <a:extLst>
                    <a:ext uri="{FF2B5EF4-FFF2-40B4-BE49-F238E27FC236}">
                      <a16:creationId xmlns:a16="http://schemas.microsoft.com/office/drawing/2014/main" id="{9B6F5948-7B18-7444-B017-378F820D7D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6" y="425"/>
                  <a:ext cx="60" cy="226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521" name="Freeform 272">
                  <a:extLst>
                    <a:ext uri="{FF2B5EF4-FFF2-40B4-BE49-F238E27FC236}">
                      <a16:creationId xmlns:a16="http://schemas.microsoft.com/office/drawing/2014/main" id="{74A0B2B4-82A1-D04F-A6F9-F637E9C3FA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40 w 296"/>
                    <a:gd name="T3" fmla="*/ 27 h 256"/>
                    <a:gd name="T4" fmla="*/ 40 w 296"/>
                    <a:gd name="T5" fmla="*/ 49 h 256"/>
                    <a:gd name="T6" fmla="*/ 0 w 296"/>
                    <a:gd name="T7" fmla="*/ 18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22" name="Freeform 273">
                  <a:extLst>
                    <a:ext uri="{FF2B5EF4-FFF2-40B4-BE49-F238E27FC236}">
                      <a16:creationId xmlns:a16="http://schemas.microsoft.com/office/drawing/2014/main" id="{A674C7C3-A1F0-F047-85E4-D70E3B0FEB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42 w 304"/>
                    <a:gd name="T3" fmla="*/ 32 h 288"/>
                    <a:gd name="T4" fmla="*/ 39 w 304"/>
                    <a:gd name="T5" fmla="*/ 57 h 288"/>
                    <a:gd name="T6" fmla="*/ 2 w 304"/>
                    <a:gd name="T7" fmla="*/ 24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6" name="Oval 274">
                  <a:extLst>
                    <a:ext uri="{FF2B5EF4-FFF2-40B4-BE49-F238E27FC236}">
                      <a16:creationId xmlns:a16="http://schemas.microsoft.com/office/drawing/2014/main" id="{3D83778D-962B-794B-AF8F-5038F5E447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6" y="2588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524" name="Freeform 275">
                  <a:extLst>
                    <a:ext uri="{FF2B5EF4-FFF2-40B4-BE49-F238E27FC236}">
                      <a16:creationId xmlns:a16="http://schemas.microsoft.com/office/drawing/2014/main" id="{9AADAACB-A17A-6741-B747-5F9F17B910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21 h 240"/>
                    <a:gd name="T2" fmla="*/ 2 w 306"/>
                    <a:gd name="T3" fmla="*/ 48 h 240"/>
                    <a:gd name="T4" fmla="*/ 42 w 306"/>
                    <a:gd name="T5" fmla="*/ 22 h 240"/>
                    <a:gd name="T6" fmla="*/ 40 w 306"/>
                    <a:gd name="T7" fmla="*/ 0 h 240"/>
                    <a:gd name="T8" fmla="*/ 0 w 306"/>
                    <a:gd name="T9" fmla="*/ 21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8" name="AutoShape 276">
                  <a:extLst>
                    <a:ext uri="{FF2B5EF4-FFF2-40B4-BE49-F238E27FC236}">
                      <a16:creationId xmlns:a16="http://schemas.microsoft.com/office/drawing/2014/main" id="{D1AA7672-D337-5F4D-A5E3-73639F1FAF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4" y="2655"/>
                  <a:ext cx="1202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89" name="AutoShape 277">
                  <a:extLst>
                    <a:ext uri="{FF2B5EF4-FFF2-40B4-BE49-F238E27FC236}">
                      <a16:creationId xmlns:a16="http://schemas.microsoft.com/office/drawing/2014/main" id="{DA4DF090-AE22-A54B-B1AD-BCBE6BD640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4" y="2684"/>
                  <a:ext cx="1071" cy="8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90" name="Oval 278">
                  <a:extLst>
                    <a:ext uri="{FF2B5EF4-FFF2-40B4-BE49-F238E27FC236}">
                      <a16:creationId xmlns:a16="http://schemas.microsoft.com/office/drawing/2014/main" id="{F221E6C5-36EF-6C48-A68C-81A3E0969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2357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91" name="Oval 279">
                  <a:extLst>
                    <a:ext uri="{FF2B5EF4-FFF2-40B4-BE49-F238E27FC236}">
                      <a16:creationId xmlns:a16="http://schemas.microsoft.com/office/drawing/2014/main" id="{3FAA8ECB-A278-8346-8C6D-8420A2CC89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5" y="2357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92" name="Oval 280">
                  <a:extLst>
                    <a:ext uri="{FF2B5EF4-FFF2-40B4-BE49-F238E27FC236}">
                      <a16:creationId xmlns:a16="http://schemas.microsoft.com/office/drawing/2014/main" id="{BA13D755-DBC5-9940-945C-18BC3EAF80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5" y="2357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93" name="Rectangle 281">
                  <a:extLst>
                    <a:ext uri="{FF2B5EF4-FFF2-40B4-BE49-F238E27FC236}">
                      <a16:creationId xmlns:a16="http://schemas.microsoft.com/office/drawing/2014/main" id="{281DE436-01CE-6245-9466-1E76032808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5" y="1809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214441" name="Group 249">
                <a:extLst>
                  <a:ext uri="{FF2B5EF4-FFF2-40B4-BE49-F238E27FC236}">
                    <a16:creationId xmlns:a16="http://schemas.microsoft.com/office/drawing/2014/main" id="{35F1932C-326D-0146-A9A4-DA9DFE9185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39866" y="4369199"/>
                <a:ext cx="225953" cy="395900"/>
                <a:chOff x="4140" y="429"/>
                <a:chExt cx="1425" cy="2396"/>
              </a:xfrm>
            </p:grpSpPr>
            <p:sp>
              <p:nvSpPr>
                <p:cNvPr id="214475" name="Freeform 250">
                  <a:extLst>
                    <a:ext uri="{FF2B5EF4-FFF2-40B4-BE49-F238E27FC236}">
                      <a16:creationId xmlns:a16="http://schemas.microsoft.com/office/drawing/2014/main" id="{58CA36AC-C4F2-7143-8A51-7767B09075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9 w 354"/>
                    <a:gd name="T1" fmla="*/ 0 h 2742"/>
                    <a:gd name="T2" fmla="*/ 47 w 354"/>
                    <a:gd name="T3" fmla="*/ 66 h 2742"/>
                    <a:gd name="T4" fmla="*/ 46 w 354"/>
                    <a:gd name="T5" fmla="*/ 510 h 2742"/>
                    <a:gd name="T6" fmla="*/ 0 w 354"/>
                    <a:gd name="T7" fmla="*/ 534 h 2742"/>
                    <a:gd name="T8" fmla="*/ 9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Rectangle 251">
                  <a:extLst>
                    <a:ext uri="{FF2B5EF4-FFF2-40B4-BE49-F238E27FC236}">
                      <a16:creationId xmlns:a16="http://schemas.microsoft.com/office/drawing/2014/main" id="{5BBE273B-E2F7-D042-A54D-C993852B4D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404"/>
                  <a:ext cx="1051" cy="2307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77" name="Freeform 252">
                  <a:extLst>
                    <a:ext uri="{FF2B5EF4-FFF2-40B4-BE49-F238E27FC236}">
                      <a16:creationId xmlns:a16="http://schemas.microsoft.com/office/drawing/2014/main" id="{C776B47F-7FD8-B441-944A-621470F36F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9 w 211"/>
                    <a:gd name="T3" fmla="*/ 43 h 2537"/>
                    <a:gd name="T4" fmla="*/ 2 w 211"/>
                    <a:gd name="T5" fmla="*/ 48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78" name="Freeform 253">
                  <a:extLst>
                    <a:ext uri="{FF2B5EF4-FFF2-40B4-BE49-F238E27FC236}">
                      <a16:creationId xmlns:a16="http://schemas.microsoft.com/office/drawing/2014/main" id="{8466434E-4A0E-504B-8FE4-D7613363DE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5 h 226"/>
                    <a:gd name="T4" fmla="*/ 45 w 328"/>
                    <a:gd name="T5" fmla="*/ 45 h 226"/>
                    <a:gd name="T6" fmla="*/ 0 w 328"/>
                    <a:gd name="T7" fmla="*/ 19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Rectangle 254">
                  <a:extLst>
                    <a:ext uri="{FF2B5EF4-FFF2-40B4-BE49-F238E27FC236}">
                      <a16:creationId xmlns:a16="http://schemas.microsoft.com/office/drawing/2014/main" id="{62B93510-50B3-9944-A74E-B4E7B09B01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693"/>
                  <a:ext cx="601" cy="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80" name="Group 255">
                  <a:extLst>
                    <a:ext uri="{FF2B5EF4-FFF2-40B4-BE49-F238E27FC236}">
                      <a16:creationId xmlns:a16="http://schemas.microsoft.com/office/drawing/2014/main" id="{BA5EECC9-0945-AB4F-B835-A1970B1AB5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033" name="AutoShape 256">
                    <a:extLst>
                      <a:ext uri="{FF2B5EF4-FFF2-40B4-BE49-F238E27FC236}">
                        <a16:creationId xmlns:a16="http://schemas.microsoft.com/office/drawing/2014/main" id="{193AEA28-F13F-C042-82FC-1733A7A6B8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564"/>
                    <a:ext cx="725" cy="1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34" name="AutoShape 257">
                    <a:extLst>
                      <a:ext uri="{FF2B5EF4-FFF2-40B4-BE49-F238E27FC236}">
                        <a16:creationId xmlns:a16="http://schemas.microsoft.com/office/drawing/2014/main" id="{78A4EFB8-9EC9-164C-A0D2-6A616DA96A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2"/>
                    <a:ext cx="700" cy="8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09" name="Rectangle 258">
                  <a:extLst>
                    <a:ext uri="{FF2B5EF4-FFF2-40B4-BE49-F238E27FC236}">
                      <a16:creationId xmlns:a16="http://schemas.microsoft.com/office/drawing/2014/main" id="{63FEDA8D-55C8-7F49-BC3C-444A45A9D5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7" y="1019"/>
                  <a:ext cx="591" cy="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82" name="Group 259">
                  <a:extLst>
                    <a:ext uri="{FF2B5EF4-FFF2-40B4-BE49-F238E27FC236}">
                      <a16:creationId xmlns:a16="http://schemas.microsoft.com/office/drawing/2014/main" id="{3BEB1F80-FFE7-3546-8E7A-FBF3400E94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031" name="AutoShape 260">
                    <a:extLst>
                      <a:ext uri="{FF2B5EF4-FFF2-40B4-BE49-F238E27FC236}">
                        <a16:creationId xmlns:a16="http://schemas.microsoft.com/office/drawing/2014/main" id="{E38C416B-CFBE-9640-89DC-752097E578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5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32" name="AutoShape 261">
                    <a:extLst>
                      <a:ext uri="{FF2B5EF4-FFF2-40B4-BE49-F238E27FC236}">
                        <a16:creationId xmlns:a16="http://schemas.microsoft.com/office/drawing/2014/main" id="{2D82F72C-6E9D-0B4B-8C62-1153FEA5EA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7" y="2584"/>
                    <a:ext cx="687" cy="10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11" name="Rectangle 262">
                  <a:extLst>
                    <a:ext uri="{FF2B5EF4-FFF2-40B4-BE49-F238E27FC236}">
                      <a16:creationId xmlns:a16="http://schemas.microsoft.com/office/drawing/2014/main" id="{8CEE0B6A-FBE5-1943-AE4A-4FC25DBD7D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7" y="1356"/>
                  <a:ext cx="59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12" name="Rectangle 263">
                  <a:extLst>
                    <a:ext uri="{FF2B5EF4-FFF2-40B4-BE49-F238E27FC236}">
                      <a16:creationId xmlns:a16="http://schemas.microsoft.com/office/drawing/2014/main" id="{C1C46E5B-0462-424F-BD79-914CF05F28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7" y="1654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85" name="Group 264">
                  <a:extLst>
                    <a:ext uri="{FF2B5EF4-FFF2-40B4-BE49-F238E27FC236}">
                      <a16:creationId xmlns:a16="http://schemas.microsoft.com/office/drawing/2014/main" id="{9AEA0B16-12AF-D24D-A5C8-F942794D7C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029" name="AutoShape 265">
                    <a:extLst>
                      <a:ext uri="{FF2B5EF4-FFF2-40B4-BE49-F238E27FC236}">
                        <a16:creationId xmlns:a16="http://schemas.microsoft.com/office/drawing/2014/main" id="{CB620330-9C28-5D47-9603-8259AB9CF2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66"/>
                    <a:ext cx="711" cy="14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30" name="AutoShape 266">
                    <a:extLst>
                      <a:ext uri="{FF2B5EF4-FFF2-40B4-BE49-F238E27FC236}">
                        <a16:creationId xmlns:a16="http://schemas.microsoft.com/office/drawing/2014/main" id="{32016C95-9717-D047-94D8-D0E99634C9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4"/>
                    <a:ext cx="67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214486" name="Freeform 267">
                  <a:extLst>
                    <a:ext uri="{FF2B5EF4-FFF2-40B4-BE49-F238E27FC236}">
                      <a16:creationId xmlns:a16="http://schemas.microsoft.com/office/drawing/2014/main" id="{ADEBFF28-FA5A-7845-B5DE-F597540D1D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4 h 226"/>
                    <a:gd name="T4" fmla="*/ 45 w 328"/>
                    <a:gd name="T5" fmla="*/ 43 h 226"/>
                    <a:gd name="T6" fmla="*/ 0 w 328"/>
                    <a:gd name="T7" fmla="*/ 1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487" name="Group 268">
                  <a:extLst>
                    <a:ext uri="{FF2B5EF4-FFF2-40B4-BE49-F238E27FC236}">
                      <a16:creationId xmlns:a16="http://schemas.microsoft.com/office/drawing/2014/main" id="{6DAFC9B9-83CE-314E-9AA8-06487C5CE3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027" name="AutoShape 269">
                    <a:extLst>
                      <a:ext uri="{FF2B5EF4-FFF2-40B4-BE49-F238E27FC236}">
                        <a16:creationId xmlns:a16="http://schemas.microsoft.com/office/drawing/2014/main" id="{8D23CFC1-3A63-3D45-A5BB-EF2A6C7672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568"/>
                    <a:ext cx="761" cy="13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28" name="AutoShape 270">
                    <a:extLst>
                      <a:ext uri="{FF2B5EF4-FFF2-40B4-BE49-F238E27FC236}">
                        <a16:creationId xmlns:a16="http://schemas.microsoft.com/office/drawing/2014/main" id="{E42888F7-E08A-234F-86B9-08D73E9726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3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16" name="Rectangle 271">
                  <a:extLst>
                    <a:ext uri="{FF2B5EF4-FFF2-40B4-BE49-F238E27FC236}">
                      <a16:creationId xmlns:a16="http://schemas.microsoft.com/office/drawing/2014/main" id="{965FA2E4-5471-0644-9F81-AFBA51BB9A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04"/>
                  <a:ext cx="70" cy="2316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89" name="Freeform 272">
                  <a:extLst>
                    <a:ext uri="{FF2B5EF4-FFF2-40B4-BE49-F238E27FC236}">
                      <a16:creationId xmlns:a16="http://schemas.microsoft.com/office/drawing/2014/main" id="{4BC223C0-AF49-B545-9700-0FBF22629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40 w 296"/>
                    <a:gd name="T3" fmla="*/ 27 h 256"/>
                    <a:gd name="T4" fmla="*/ 40 w 296"/>
                    <a:gd name="T5" fmla="*/ 49 h 256"/>
                    <a:gd name="T6" fmla="*/ 0 w 296"/>
                    <a:gd name="T7" fmla="*/ 18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90" name="Freeform 273">
                  <a:extLst>
                    <a:ext uri="{FF2B5EF4-FFF2-40B4-BE49-F238E27FC236}">
                      <a16:creationId xmlns:a16="http://schemas.microsoft.com/office/drawing/2014/main" id="{58C61B7B-4AA6-B841-AB95-504F8A45B7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42 w 304"/>
                    <a:gd name="T3" fmla="*/ 32 h 288"/>
                    <a:gd name="T4" fmla="*/ 39 w 304"/>
                    <a:gd name="T5" fmla="*/ 57 h 288"/>
                    <a:gd name="T6" fmla="*/ 2 w 304"/>
                    <a:gd name="T7" fmla="*/ 24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9" name="Oval 274">
                  <a:extLst>
                    <a:ext uri="{FF2B5EF4-FFF2-40B4-BE49-F238E27FC236}">
                      <a16:creationId xmlns:a16="http://schemas.microsoft.com/office/drawing/2014/main" id="{C784855E-AEB4-7749-814B-13BCBC776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9" y="2615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92" name="Freeform 275">
                  <a:extLst>
                    <a:ext uri="{FF2B5EF4-FFF2-40B4-BE49-F238E27FC236}">
                      <a16:creationId xmlns:a16="http://schemas.microsoft.com/office/drawing/2014/main" id="{CF4060A2-E54A-BA49-9820-6A1D199513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21 h 240"/>
                    <a:gd name="T2" fmla="*/ 2 w 306"/>
                    <a:gd name="T3" fmla="*/ 48 h 240"/>
                    <a:gd name="T4" fmla="*/ 42 w 306"/>
                    <a:gd name="T5" fmla="*/ 22 h 240"/>
                    <a:gd name="T6" fmla="*/ 40 w 306"/>
                    <a:gd name="T7" fmla="*/ 0 h 240"/>
                    <a:gd name="T8" fmla="*/ 0 w 306"/>
                    <a:gd name="T9" fmla="*/ 21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1" name="AutoShape 276">
                  <a:extLst>
                    <a:ext uri="{FF2B5EF4-FFF2-40B4-BE49-F238E27FC236}">
                      <a16:creationId xmlns:a16="http://schemas.microsoft.com/office/drawing/2014/main" id="{37FC0FC9-727A-EC4C-8EC7-98D9C2A865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37" y="2682"/>
                  <a:ext cx="1202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2" name="AutoShape 277">
                  <a:extLst>
                    <a:ext uri="{FF2B5EF4-FFF2-40B4-BE49-F238E27FC236}">
                      <a16:creationId xmlns:a16="http://schemas.microsoft.com/office/drawing/2014/main" id="{72D3770A-F36F-8B4A-8FF8-DACD72351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2711"/>
                  <a:ext cx="1071" cy="8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3" name="Oval 278">
                  <a:extLst>
                    <a:ext uri="{FF2B5EF4-FFF2-40B4-BE49-F238E27FC236}">
                      <a16:creationId xmlns:a16="http://schemas.microsoft.com/office/drawing/2014/main" id="{E20F98A7-F69B-E74B-8FBF-9EA2B529A3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7" y="2384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4" name="Oval 279">
                  <a:extLst>
                    <a:ext uri="{FF2B5EF4-FFF2-40B4-BE49-F238E27FC236}">
                      <a16:creationId xmlns:a16="http://schemas.microsoft.com/office/drawing/2014/main" id="{4E466273-2ADF-E349-88D5-2B6EEDFA3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4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5" name="Oval 280">
                  <a:extLst>
                    <a:ext uri="{FF2B5EF4-FFF2-40B4-BE49-F238E27FC236}">
                      <a16:creationId xmlns:a16="http://schemas.microsoft.com/office/drawing/2014/main" id="{A0203193-3C0F-B547-9376-A3747E6818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4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6" name="Rectangle 281">
                  <a:extLst>
                    <a:ext uri="{FF2B5EF4-FFF2-40B4-BE49-F238E27FC236}">
                      <a16:creationId xmlns:a16="http://schemas.microsoft.com/office/drawing/2014/main" id="{622E5CFB-1FD5-FE4F-A8B3-4FDC9A6A1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8" y="1836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214442" name="Group 249">
                <a:extLst>
                  <a:ext uri="{FF2B5EF4-FFF2-40B4-BE49-F238E27FC236}">
                    <a16:creationId xmlns:a16="http://schemas.microsoft.com/office/drawing/2014/main" id="{76302BE8-DE92-F84D-BCFA-F53FD5F6A9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8472213" y="4384408"/>
                <a:ext cx="225953" cy="395900"/>
                <a:chOff x="4140" y="429"/>
                <a:chExt cx="1425" cy="2396"/>
              </a:xfrm>
            </p:grpSpPr>
            <p:sp>
              <p:nvSpPr>
                <p:cNvPr id="214443" name="Freeform 250">
                  <a:extLst>
                    <a:ext uri="{FF2B5EF4-FFF2-40B4-BE49-F238E27FC236}">
                      <a16:creationId xmlns:a16="http://schemas.microsoft.com/office/drawing/2014/main" id="{D05C3500-37E9-8445-8053-751EA81CC7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9 w 354"/>
                    <a:gd name="T1" fmla="*/ 0 h 2742"/>
                    <a:gd name="T2" fmla="*/ 47 w 354"/>
                    <a:gd name="T3" fmla="*/ 66 h 2742"/>
                    <a:gd name="T4" fmla="*/ 46 w 354"/>
                    <a:gd name="T5" fmla="*/ 510 h 2742"/>
                    <a:gd name="T6" fmla="*/ 0 w 354"/>
                    <a:gd name="T7" fmla="*/ 534 h 2742"/>
                    <a:gd name="T8" fmla="*/ 9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7" name="Rectangle 251">
                  <a:extLst>
                    <a:ext uri="{FF2B5EF4-FFF2-40B4-BE49-F238E27FC236}">
                      <a16:creationId xmlns:a16="http://schemas.microsoft.com/office/drawing/2014/main" id="{F1AF5770-7B2A-4842-A16F-49B0B3EEAA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0" y="428"/>
                  <a:ext cx="1051" cy="2278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45" name="Freeform 252">
                  <a:extLst>
                    <a:ext uri="{FF2B5EF4-FFF2-40B4-BE49-F238E27FC236}">
                      <a16:creationId xmlns:a16="http://schemas.microsoft.com/office/drawing/2014/main" id="{FFEBF131-F741-FD40-99D6-A77188BEF4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9 w 211"/>
                    <a:gd name="T3" fmla="*/ 43 h 2537"/>
                    <a:gd name="T4" fmla="*/ 2 w 211"/>
                    <a:gd name="T5" fmla="*/ 48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46" name="Freeform 253">
                  <a:extLst>
                    <a:ext uri="{FF2B5EF4-FFF2-40B4-BE49-F238E27FC236}">
                      <a16:creationId xmlns:a16="http://schemas.microsoft.com/office/drawing/2014/main" id="{2700696E-48C2-014D-BBFB-F556CF419B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5 h 226"/>
                    <a:gd name="T4" fmla="*/ 45 w 328"/>
                    <a:gd name="T5" fmla="*/ 45 h 226"/>
                    <a:gd name="T6" fmla="*/ 0 w 328"/>
                    <a:gd name="T7" fmla="*/ 19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0" name="Rectangle 254">
                  <a:extLst>
                    <a:ext uri="{FF2B5EF4-FFF2-40B4-BE49-F238E27FC236}">
                      <a16:creationId xmlns:a16="http://schemas.microsoft.com/office/drawing/2014/main" id="{1CF44EC9-2774-004D-9366-64CE185764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87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48" name="Group 255">
                  <a:extLst>
                    <a:ext uri="{FF2B5EF4-FFF2-40B4-BE49-F238E27FC236}">
                      <a16:creationId xmlns:a16="http://schemas.microsoft.com/office/drawing/2014/main" id="{02FB440A-2D9A-A44D-8E86-4B3A8606E0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066" name="AutoShape 256">
                    <a:extLst>
                      <a:ext uri="{FF2B5EF4-FFF2-40B4-BE49-F238E27FC236}">
                        <a16:creationId xmlns:a16="http://schemas.microsoft.com/office/drawing/2014/main" id="{FEBCA26C-A96D-A949-B3AE-6BAA2A8345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5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67" name="AutoShape 257">
                    <a:extLst>
                      <a:ext uri="{FF2B5EF4-FFF2-40B4-BE49-F238E27FC236}">
                        <a16:creationId xmlns:a16="http://schemas.microsoft.com/office/drawing/2014/main" id="{1C20A722-7739-BA49-8AD3-F5AC8D9C25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6"/>
                    <a:ext cx="700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42" name="Rectangle 258">
                  <a:extLst>
                    <a:ext uri="{FF2B5EF4-FFF2-40B4-BE49-F238E27FC236}">
                      <a16:creationId xmlns:a16="http://schemas.microsoft.com/office/drawing/2014/main" id="{F691BD7F-A36F-4148-99D4-B21E74B84A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14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50" name="Group 259">
                  <a:extLst>
                    <a:ext uri="{FF2B5EF4-FFF2-40B4-BE49-F238E27FC236}">
                      <a16:creationId xmlns:a16="http://schemas.microsoft.com/office/drawing/2014/main" id="{B54FA6C1-182C-3F40-8A70-A42ED10A39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064" name="AutoShape 260">
                    <a:extLst>
                      <a:ext uri="{FF2B5EF4-FFF2-40B4-BE49-F238E27FC236}">
                        <a16:creationId xmlns:a16="http://schemas.microsoft.com/office/drawing/2014/main" id="{046347E6-06C0-3F44-8231-155ACC094D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1" y="2569"/>
                    <a:ext cx="725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65" name="AutoShape 261">
                    <a:extLst>
                      <a:ext uri="{FF2B5EF4-FFF2-40B4-BE49-F238E27FC236}">
                        <a16:creationId xmlns:a16="http://schemas.microsoft.com/office/drawing/2014/main" id="{0F1E9FDF-4204-484B-AAB6-9486F6F758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589"/>
                    <a:ext cx="687" cy="10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44" name="Rectangle 262">
                  <a:extLst>
                    <a:ext uri="{FF2B5EF4-FFF2-40B4-BE49-F238E27FC236}">
                      <a16:creationId xmlns:a16="http://schemas.microsoft.com/office/drawing/2014/main" id="{001938B9-FAA2-6A4D-96CF-0421A182B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60"/>
                  <a:ext cx="591" cy="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45" name="Rectangle 263">
                  <a:extLst>
                    <a:ext uri="{FF2B5EF4-FFF2-40B4-BE49-F238E27FC236}">
                      <a16:creationId xmlns:a16="http://schemas.microsoft.com/office/drawing/2014/main" id="{9FA949CE-3603-CE44-94FA-7B36697ADD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48"/>
                  <a:ext cx="59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53" name="Group 264">
                  <a:extLst>
                    <a:ext uri="{FF2B5EF4-FFF2-40B4-BE49-F238E27FC236}">
                      <a16:creationId xmlns:a16="http://schemas.microsoft.com/office/drawing/2014/main" id="{B07280F9-990B-5345-8393-50DC7B9DAF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062" name="AutoShape 265">
                    <a:extLst>
                      <a:ext uri="{FF2B5EF4-FFF2-40B4-BE49-F238E27FC236}">
                        <a16:creationId xmlns:a16="http://schemas.microsoft.com/office/drawing/2014/main" id="{E189DFB0-206B-4045-9998-1808928BEA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9" y="2570"/>
                    <a:ext cx="686" cy="13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63" name="AutoShape 266">
                    <a:extLst>
                      <a:ext uri="{FF2B5EF4-FFF2-40B4-BE49-F238E27FC236}">
                        <a16:creationId xmlns:a16="http://schemas.microsoft.com/office/drawing/2014/main" id="{06A70B14-E14B-B84F-B481-2D76CC0AC3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1" y="2588"/>
                    <a:ext cx="649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214454" name="Freeform 267">
                  <a:extLst>
                    <a:ext uri="{FF2B5EF4-FFF2-40B4-BE49-F238E27FC236}">
                      <a16:creationId xmlns:a16="http://schemas.microsoft.com/office/drawing/2014/main" id="{6ADFE9D1-7ACF-4543-9F11-D56CFAC414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4 h 226"/>
                    <a:gd name="T4" fmla="*/ 45 w 328"/>
                    <a:gd name="T5" fmla="*/ 43 h 226"/>
                    <a:gd name="T6" fmla="*/ 0 w 328"/>
                    <a:gd name="T7" fmla="*/ 1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455" name="Group 268">
                  <a:extLst>
                    <a:ext uri="{FF2B5EF4-FFF2-40B4-BE49-F238E27FC236}">
                      <a16:creationId xmlns:a16="http://schemas.microsoft.com/office/drawing/2014/main" id="{38C52F42-3A47-9346-9D5C-8E2AC88345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060" name="AutoShape 269">
                    <a:extLst>
                      <a:ext uri="{FF2B5EF4-FFF2-40B4-BE49-F238E27FC236}">
                        <a16:creationId xmlns:a16="http://schemas.microsoft.com/office/drawing/2014/main" id="{51B35F6C-C7ED-D94A-98D7-E3A65AB24B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43"/>
                    <a:ext cx="723" cy="16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61" name="AutoShape 270">
                    <a:extLst>
                      <a:ext uri="{FF2B5EF4-FFF2-40B4-BE49-F238E27FC236}">
                        <a16:creationId xmlns:a16="http://schemas.microsoft.com/office/drawing/2014/main" id="{62090D08-8FAA-E54D-AD6A-92AB5A60F2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2"/>
                    <a:ext cx="686" cy="11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49" name="Rectangle 271">
                  <a:extLst>
                    <a:ext uri="{FF2B5EF4-FFF2-40B4-BE49-F238E27FC236}">
                      <a16:creationId xmlns:a16="http://schemas.microsoft.com/office/drawing/2014/main" id="{0B1CD020-CC14-4B43-B14F-0B040EFAAE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1" y="428"/>
                  <a:ext cx="60" cy="228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57" name="Freeform 272">
                  <a:extLst>
                    <a:ext uri="{FF2B5EF4-FFF2-40B4-BE49-F238E27FC236}">
                      <a16:creationId xmlns:a16="http://schemas.microsoft.com/office/drawing/2014/main" id="{210F67FC-77D0-104D-8E65-513959A55A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40 w 296"/>
                    <a:gd name="T3" fmla="*/ 27 h 256"/>
                    <a:gd name="T4" fmla="*/ 40 w 296"/>
                    <a:gd name="T5" fmla="*/ 49 h 256"/>
                    <a:gd name="T6" fmla="*/ 0 w 296"/>
                    <a:gd name="T7" fmla="*/ 18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58" name="Freeform 273">
                  <a:extLst>
                    <a:ext uri="{FF2B5EF4-FFF2-40B4-BE49-F238E27FC236}">
                      <a16:creationId xmlns:a16="http://schemas.microsoft.com/office/drawing/2014/main" id="{B18E5213-6144-5849-BAD7-C526BA656A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42 w 304"/>
                    <a:gd name="T3" fmla="*/ 32 h 288"/>
                    <a:gd name="T4" fmla="*/ 39 w 304"/>
                    <a:gd name="T5" fmla="*/ 57 h 288"/>
                    <a:gd name="T6" fmla="*/ 2 w 304"/>
                    <a:gd name="T7" fmla="*/ 24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2" name="Oval 274">
                  <a:extLst>
                    <a:ext uri="{FF2B5EF4-FFF2-40B4-BE49-F238E27FC236}">
                      <a16:creationId xmlns:a16="http://schemas.microsoft.com/office/drawing/2014/main" id="{96F54578-92AC-674A-9F54-7511524978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2" y="2609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60" name="Freeform 275">
                  <a:extLst>
                    <a:ext uri="{FF2B5EF4-FFF2-40B4-BE49-F238E27FC236}">
                      <a16:creationId xmlns:a16="http://schemas.microsoft.com/office/drawing/2014/main" id="{6E945926-057C-9543-BE63-D75A4488E4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21 h 240"/>
                    <a:gd name="T2" fmla="*/ 2 w 306"/>
                    <a:gd name="T3" fmla="*/ 48 h 240"/>
                    <a:gd name="T4" fmla="*/ 42 w 306"/>
                    <a:gd name="T5" fmla="*/ 22 h 240"/>
                    <a:gd name="T6" fmla="*/ 40 w 306"/>
                    <a:gd name="T7" fmla="*/ 0 h 240"/>
                    <a:gd name="T8" fmla="*/ 0 w 306"/>
                    <a:gd name="T9" fmla="*/ 21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4" name="AutoShape 276">
                  <a:extLst>
                    <a:ext uri="{FF2B5EF4-FFF2-40B4-BE49-F238E27FC236}">
                      <a16:creationId xmlns:a16="http://schemas.microsoft.com/office/drawing/2014/main" id="{53B8A41D-1E4A-8B41-96FD-332302291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7"/>
                  <a:ext cx="1202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5" name="AutoShape 277">
                  <a:extLst>
                    <a:ext uri="{FF2B5EF4-FFF2-40B4-BE49-F238E27FC236}">
                      <a16:creationId xmlns:a16="http://schemas.microsoft.com/office/drawing/2014/main" id="{8314FB35-6874-FF41-907C-0CEED28483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0" y="2705"/>
                  <a:ext cx="1071" cy="7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6" name="Oval 278">
                  <a:extLst>
                    <a:ext uri="{FF2B5EF4-FFF2-40B4-BE49-F238E27FC236}">
                      <a16:creationId xmlns:a16="http://schemas.microsoft.com/office/drawing/2014/main" id="{11F0D0AC-C1F8-5048-92EA-442EA334A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0" y="2379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7" name="Oval 279">
                  <a:extLst>
                    <a:ext uri="{FF2B5EF4-FFF2-40B4-BE49-F238E27FC236}">
                      <a16:creationId xmlns:a16="http://schemas.microsoft.com/office/drawing/2014/main" id="{00582064-967C-584D-9217-EFFA48369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0" y="2379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8" name="Oval 280">
                  <a:extLst>
                    <a:ext uri="{FF2B5EF4-FFF2-40B4-BE49-F238E27FC236}">
                      <a16:creationId xmlns:a16="http://schemas.microsoft.com/office/drawing/2014/main" id="{38FC02B0-E1F8-0247-8E72-2A07612BE3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9" name="Rectangle 281">
                  <a:extLst>
                    <a:ext uri="{FF2B5EF4-FFF2-40B4-BE49-F238E27FC236}">
                      <a16:creationId xmlns:a16="http://schemas.microsoft.com/office/drawing/2014/main" id="{1EE28A89-63F5-DF4C-84C8-9A84FAD8FC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1" y="1831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  <p:grpSp>
          <p:nvGrpSpPr>
            <p:cNvPr id="214399" name="Group 1068">
              <a:extLst>
                <a:ext uri="{FF2B5EF4-FFF2-40B4-BE49-F238E27FC236}">
                  <a16:creationId xmlns:a16="http://schemas.microsoft.com/office/drawing/2014/main" id="{8E402CA8-533B-1D4A-9CAE-4C31AA1D66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6941" y="5734675"/>
              <a:ext cx="347753" cy="680208"/>
              <a:chOff x="7923189" y="2486663"/>
              <a:chExt cx="360362" cy="884586"/>
            </a:xfrm>
          </p:grpSpPr>
          <p:pic>
            <p:nvPicPr>
              <p:cNvPr id="214405" name="Picture 3">
                <a:extLst>
                  <a:ext uri="{FF2B5EF4-FFF2-40B4-BE49-F238E27FC236}">
                    <a16:creationId xmlns:a16="http://schemas.microsoft.com/office/drawing/2014/main" id="{32733F9F-7586-5E4F-8834-78697C1804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406" name="Group 950">
                <a:extLst>
                  <a:ext uri="{FF2B5EF4-FFF2-40B4-BE49-F238E27FC236}">
                    <a16:creationId xmlns:a16="http://schemas.microsoft.com/office/drawing/2014/main" id="{278CF83B-2727-E840-82D3-4E01DA472D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407" name="Freeform 951">
                  <a:extLst>
                    <a:ext uri="{FF2B5EF4-FFF2-40B4-BE49-F238E27FC236}">
                      <a16:creationId xmlns:a16="http://schemas.microsoft.com/office/drawing/2014/main" id="{8DCEAEB6-8B9F-A743-8291-D894DCB08A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08" name="Rectangle 952">
                  <a:extLst>
                    <a:ext uri="{FF2B5EF4-FFF2-40B4-BE49-F238E27FC236}">
                      <a16:creationId xmlns:a16="http://schemas.microsoft.com/office/drawing/2014/main" id="{0C24C977-81AA-D943-AC95-ECAABC4635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09" name="Freeform 953">
                  <a:extLst>
                    <a:ext uri="{FF2B5EF4-FFF2-40B4-BE49-F238E27FC236}">
                      <a16:creationId xmlns:a16="http://schemas.microsoft.com/office/drawing/2014/main" id="{1AA76C4E-1179-9143-911B-B58CD9E12C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10" name="Freeform 954">
                  <a:extLst>
                    <a:ext uri="{FF2B5EF4-FFF2-40B4-BE49-F238E27FC236}">
                      <a16:creationId xmlns:a16="http://schemas.microsoft.com/office/drawing/2014/main" id="{1EBF6E83-6A8C-7741-B346-DB75DFBE81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11" name="Rectangle 955">
                  <a:extLst>
                    <a:ext uri="{FF2B5EF4-FFF2-40B4-BE49-F238E27FC236}">
                      <a16:creationId xmlns:a16="http://schemas.microsoft.com/office/drawing/2014/main" id="{3C735847-0E2E-DB49-8559-785F4FF7C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412" name="Group 956">
                  <a:extLst>
                    <a:ext uri="{FF2B5EF4-FFF2-40B4-BE49-F238E27FC236}">
                      <a16:creationId xmlns:a16="http://schemas.microsoft.com/office/drawing/2014/main" id="{95902300-E8B5-9B4C-B771-8D658CE506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437" name="AutoShape 957">
                    <a:extLst>
                      <a:ext uri="{FF2B5EF4-FFF2-40B4-BE49-F238E27FC236}">
                        <a16:creationId xmlns:a16="http://schemas.microsoft.com/office/drawing/2014/main" id="{D9BF973C-286D-6A4C-B74E-31C91AEB4C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438" name="AutoShape 958">
                    <a:extLst>
                      <a:ext uri="{FF2B5EF4-FFF2-40B4-BE49-F238E27FC236}">
                        <a16:creationId xmlns:a16="http://schemas.microsoft.com/office/drawing/2014/main" id="{8A8F2273-F2F0-8246-8122-C389B0DB02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413" name="Rectangle 959">
                  <a:extLst>
                    <a:ext uri="{FF2B5EF4-FFF2-40B4-BE49-F238E27FC236}">
                      <a16:creationId xmlns:a16="http://schemas.microsoft.com/office/drawing/2014/main" id="{A215A618-2228-1E40-8380-BCFC36343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414" name="Group 960">
                  <a:extLst>
                    <a:ext uri="{FF2B5EF4-FFF2-40B4-BE49-F238E27FC236}">
                      <a16:creationId xmlns:a16="http://schemas.microsoft.com/office/drawing/2014/main" id="{0CF5AE61-55C9-EE49-B017-931CF03BFE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435" name="AutoShape 961">
                    <a:extLst>
                      <a:ext uri="{FF2B5EF4-FFF2-40B4-BE49-F238E27FC236}">
                        <a16:creationId xmlns:a16="http://schemas.microsoft.com/office/drawing/2014/main" id="{51E98649-DA5D-F84C-9475-9029C4F201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436" name="AutoShape 962">
                    <a:extLst>
                      <a:ext uri="{FF2B5EF4-FFF2-40B4-BE49-F238E27FC236}">
                        <a16:creationId xmlns:a16="http://schemas.microsoft.com/office/drawing/2014/main" id="{56E6C1E0-4B5B-C042-ADE7-0B89FAB8E0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415" name="Rectangle 963">
                  <a:extLst>
                    <a:ext uri="{FF2B5EF4-FFF2-40B4-BE49-F238E27FC236}">
                      <a16:creationId xmlns:a16="http://schemas.microsoft.com/office/drawing/2014/main" id="{97B4E582-7B38-FE4A-946C-21FE3ADE65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16" name="Rectangle 964">
                  <a:extLst>
                    <a:ext uri="{FF2B5EF4-FFF2-40B4-BE49-F238E27FC236}">
                      <a16:creationId xmlns:a16="http://schemas.microsoft.com/office/drawing/2014/main" id="{2EF7FE66-E052-6E4B-A967-C146A6E59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417" name="Group 965">
                  <a:extLst>
                    <a:ext uri="{FF2B5EF4-FFF2-40B4-BE49-F238E27FC236}">
                      <a16:creationId xmlns:a16="http://schemas.microsoft.com/office/drawing/2014/main" id="{9AAE0792-8C21-B647-8993-E880A752C0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433" name="AutoShape 966">
                    <a:extLst>
                      <a:ext uri="{FF2B5EF4-FFF2-40B4-BE49-F238E27FC236}">
                        <a16:creationId xmlns:a16="http://schemas.microsoft.com/office/drawing/2014/main" id="{E27A401E-0185-E04D-9EE8-F250AB0DA8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434" name="AutoShape 967">
                    <a:extLst>
                      <a:ext uri="{FF2B5EF4-FFF2-40B4-BE49-F238E27FC236}">
                        <a16:creationId xmlns:a16="http://schemas.microsoft.com/office/drawing/2014/main" id="{688D841D-D13F-5246-A020-C0FBA68E25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418" name="Freeform 968">
                  <a:extLst>
                    <a:ext uri="{FF2B5EF4-FFF2-40B4-BE49-F238E27FC236}">
                      <a16:creationId xmlns:a16="http://schemas.microsoft.com/office/drawing/2014/main" id="{40C4AE9E-8D37-8549-92CC-40854D242C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419" name="Group 969">
                  <a:extLst>
                    <a:ext uri="{FF2B5EF4-FFF2-40B4-BE49-F238E27FC236}">
                      <a16:creationId xmlns:a16="http://schemas.microsoft.com/office/drawing/2014/main" id="{B0E06361-773E-594D-8BA8-A6BFEF56DA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431" name="AutoShape 970">
                    <a:extLst>
                      <a:ext uri="{FF2B5EF4-FFF2-40B4-BE49-F238E27FC236}">
                        <a16:creationId xmlns:a16="http://schemas.microsoft.com/office/drawing/2014/main" id="{A254F874-2C1A-A94F-B104-6B11A3B3FF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432" name="AutoShape 971">
                    <a:extLst>
                      <a:ext uri="{FF2B5EF4-FFF2-40B4-BE49-F238E27FC236}">
                        <a16:creationId xmlns:a16="http://schemas.microsoft.com/office/drawing/2014/main" id="{63C57A66-FE2A-9B49-AC7A-28FE9BBFE9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420" name="Rectangle 972">
                  <a:extLst>
                    <a:ext uri="{FF2B5EF4-FFF2-40B4-BE49-F238E27FC236}">
                      <a16:creationId xmlns:a16="http://schemas.microsoft.com/office/drawing/2014/main" id="{41FC7717-503B-234E-8D7D-9022259F56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1" name="Freeform 973">
                  <a:extLst>
                    <a:ext uri="{FF2B5EF4-FFF2-40B4-BE49-F238E27FC236}">
                      <a16:creationId xmlns:a16="http://schemas.microsoft.com/office/drawing/2014/main" id="{D2714405-2380-B44B-99CA-B0213CFA7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22" name="Freeform 974">
                  <a:extLst>
                    <a:ext uri="{FF2B5EF4-FFF2-40B4-BE49-F238E27FC236}">
                      <a16:creationId xmlns:a16="http://schemas.microsoft.com/office/drawing/2014/main" id="{9F8F4988-F695-454E-9D54-EBC8E0AFDB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23" name="Oval 975">
                  <a:extLst>
                    <a:ext uri="{FF2B5EF4-FFF2-40B4-BE49-F238E27FC236}">
                      <a16:creationId xmlns:a16="http://schemas.microsoft.com/office/drawing/2014/main" id="{A24C5B25-D627-3649-8F12-A567A24A9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4" name="Freeform 976">
                  <a:extLst>
                    <a:ext uri="{FF2B5EF4-FFF2-40B4-BE49-F238E27FC236}">
                      <a16:creationId xmlns:a16="http://schemas.microsoft.com/office/drawing/2014/main" id="{2F3F0CC0-1CC5-834C-90FF-5DEC703CFC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25" name="AutoShape 977">
                  <a:extLst>
                    <a:ext uri="{FF2B5EF4-FFF2-40B4-BE49-F238E27FC236}">
                      <a16:creationId xmlns:a16="http://schemas.microsoft.com/office/drawing/2014/main" id="{9E9EBBD6-ABA3-CE41-873E-E25C8CD3C5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6" name="AutoShape 978">
                  <a:extLst>
                    <a:ext uri="{FF2B5EF4-FFF2-40B4-BE49-F238E27FC236}">
                      <a16:creationId xmlns:a16="http://schemas.microsoft.com/office/drawing/2014/main" id="{DE66A82D-7F89-BA46-94BF-C440B325B8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7" name="Oval 979">
                  <a:extLst>
                    <a:ext uri="{FF2B5EF4-FFF2-40B4-BE49-F238E27FC236}">
                      <a16:creationId xmlns:a16="http://schemas.microsoft.com/office/drawing/2014/main" id="{8093C79D-2479-684D-9E42-329DA6A61D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8" name="Oval 980">
                  <a:extLst>
                    <a:ext uri="{FF2B5EF4-FFF2-40B4-BE49-F238E27FC236}">
                      <a16:creationId xmlns:a16="http://schemas.microsoft.com/office/drawing/2014/main" id="{C0BC531C-6E59-9446-B664-FDD8EBABB7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9" name="Oval 981">
                  <a:extLst>
                    <a:ext uri="{FF2B5EF4-FFF2-40B4-BE49-F238E27FC236}">
                      <a16:creationId xmlns:a16="http://schemas.microsoft.com/office/drawing/2014/main" id="{E9ED9C0E-3190-1C40-93DB-19A88E9CD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30" name="Rectangle 982">
                  <a:extLst>
                    <a:ext uri="{FF2B5EF4-FFF2-40B4-BE49-F238E27FC236}">
                      <a16:creationId xmlns:a16="http://schemas.microsoft.com/office/drawing/2014/main" id="{541C1A9C-C313-D944-991B-F15BF1E1A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400" name="Group 3">
              <a:extLst>
                <a:ext uri="{FF2B5EF4-FFF2-40B4-BE49-F238E27FC236}">
                  <a16:creationId xmlns:a16="http://schemas.microsoft.com/office/drawing/2014/main" id="{324EDE22-2FBE-CD4B-87F5-3AFE46AE84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215" y="4827099"/>
              <a:ext cx="875523" cy="506826"/>
              <a:chOff x="439215" y="4827099"/>
              <a:chExt cx="875523" cy="506826"/>
            </a:xfrm>
          </p:grpSpPr>
          <p:grpSp>
            <p:nvGrpSpPr>
              <p:cNvPr id="214401" name="Group 418">
                <a:extLst>
                  <a:ext uri="{FF2B5EF4-FFF2-40B4-BE49-F238E27FC236}">
                    <a16:creationId xmlns:a16="http://schemas.microsoft.com/office/drawing/2014/main" id="{5EBBB6C8-77B2-BA46-8116-9CC4F54F53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9215" y="4827099"/>
                <a:ext cx="875523" cy="506826"/>
                <a:chOff x="2889" y="1631"/>
                <a:chExt cx="980" cy="743"/>
              </a:xfrm>
            </p:grpSpPr>
            <p:sp>
              <p:nvSpPr>
                <p:cNvPr id="214403" name="Rectangle 419">
                  <a:extLst>
                    <a:ext uri="{FF2B5EF4-FFF2-40B4-BE49-F238E27FC236}">
                      <a16:creationId xmlns:a16="http://schemas.microsoft.com/office/drawing/2014/main" id="{2E581D98-6885-D344-B42F-A717F5B850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6" y="1841"/>
                  <a:ext cx="663" cy="533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249" name="AutoShape 420">
                  <a:extLst>
                    <a:ext uri="{FF2B5EF4-FFF2-40B4-BE49-F238E27FC236}">
                      <a16:creationId xmlns:a16="http://schemas.microsoft.com/office/drawing/2014/main" id="{7543A277-20B6-4B4B-88B3-775CB6CE92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9" y="1631"/>
                  <a:ext cx="976" cy="25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CC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pic>
            <p:nvPicPr>
              <p:cNvPr id="214402" name="Picture 9">
                <a:extLst>
                  <a:ext uri="{FF2B5EF4-FFF2-40B4-BE49-F238E27FC236}">
                    <a16:creationId xmlns:a16="http://schemas.microsoft.com/office/drawing/2014/main" id="{84AFFF33-43DD-D448-9B8B-7C7762B49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3109" y="5014480"/>
                <a:ext cx="405029" cy="290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63E03E5-A035-FA4B-96FB-1DB1173EACF5}"/>
              </a:ext>
            </a:extLst>
          </p:cNvPr>
          <p:cNvGrpSpPr>
            <a:grpSpLocks/>
          </p:cNvGrpSpPr>
          <p:nvPr/>
        </p:nvGrpSpPr>
        <p:grpSpPr bwMode="auto">
          <a:xfrm>
            <a:off x="1949451" y="1181101"/>
            <a:ext cx="8258175" cy="5427663"/>
            <a:chOff x="425291" y="1016574"/>
            <a:chExt cx="8258951" cy="5427438"/>
          </a:xfrm>
        </p:grpSpPr>
        <p:grpSp>
          <p:nvGrpSpPr>
            <p:cNvPr id="214030" name="Group 7">
              <a:extLst>
                <a:ext uri="{FF2B5EF4-FFF2-40B4-BE49-F238E27FC236}">
                  <a16:creationId xmlns:a16="http://schemas.microsoft.com/office/drawing/2014/main" id="{A4AF4A7E-AAF4-534C-ABAC-8465AF89D6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857" y="1488950"/>
              <a:ext cx="7326607" cy="4955062"/>
              <a:chOff x="861857" y="1488950"/>
              <a:chExt cx="7326607" cy="4955062"/>
            </a:xfrm>
          </p:grpSpPr>
          <p:cxnSp>
            <p:nvCxnSpPr>
              <p:cNvPr id="214383" name="Straight Connector 6">
                <a:extLst>
                  <a:ext uri="{FF2B5EF4-FFF2-40B4-BE49-F238E27FC236}">
                    <a16:creationId xmlns:a16="http://schemas.microsoft.com/office/drawing/2014/main" id="{9512D778-123C-7140-9209-CBA6A43BC19E}"/>
                  </a:ext>
                </a:extLst>
              </p:cNvPr>
              <p:cNvCxnSpPr>
                <a:cxnSpLocks noChangeShapeType="1"/>
                <a:stCxn id="214402" idx="2"/>
              </p:cNvCxnSpPr>
              <p:nvPr/>
            </p:nvCxnSpPr>
            <p:spPr bwMode="auto">
              <a:xfrm flipH="1" flipV="1">
                <a:off x="861857" y="2766634"/>
                <a:ext cx="24132" cy="23702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4" name="Straight Connector 786">
                <a:extLst>
                  <a:ext uri="{FF2B5EF4-FFF2-40B4-BE49-F238E27FC236}">
                    <a16:creationId xmlns:a16="http://schemas.microsoft.com/office/drawing/2014/main" id="{B2301258-B27E-2F44-9382-9A623C4D7000}"/>
                  </a:ext>
                </a:extLst>
              </p:cNvPr>
              <p:cNvCxnSpPr>
                <a:cxnSpLocks noChangeShapeType="1"/>
                <a:stCxn id="214712" idx="2"/>
              </p:cNvCxnSpPr>
              <p:nvPr/>
            </p:nvCxnSpPr>
            <p:spPr bwMode="auto">
              <a:xfrm flipV="1">
                <a:off x="1769891" y="1936350"/>
                <a:ext cx="381" cy="2413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5" name="Straight Connector 787">
                <a:extLst>
                  <a:ext uri="{FF2B5EF4-FFF2-40B4-BE49-F238E27FC236}">
                    <a16:creationId xmlns:a16="http://schemas.microsoft.com/office/drawing/2014/main" id="{7B952022-194E-AF45-BA8F-F3BA1517842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209958" y="3252851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6" name="Straight Connector 788">
                <a:extLst>
                  <a:ext uri="{FF2B5EF4-FFF2-40B4-BE49-F238E27FC236}">
                    <a16:creationId xmlns:a16="http://schemas.microsoft.com/office/drawing/2014/main" id="{DA4CF229-090E-D040-A819-79B58CD0D1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3314938" y="3904152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7" name="Straight Connector 789">
                <a:extLst>
                  <a:ext uri="{FF2B5EF4-FFF2-40B4-BE49-F238E27FC236}">
                    <a16:creationId xmlns:a16="http://schemas.microsoft.com/office/drawing/2014/main" id="{F1FD2E17-FCFD-7A49-80F1-F0132E422F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465279" y="1488950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8" name="Straight Connector 791">
                <a:extLst>
                  <a:ext uri="{FF2B5EF4-FFF2-40B4-BE49-F238E27FC236}">
                    <a16:creationId xmlns:a16="http://schemas.microsoft.com/office/drawing/2014/main" id="{F2AA9CB3-A15F-6A4F-BD49-8C86FD328D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162011" y="3561357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9" name="Straight Connector 967">
                <a:extLst>
                  <a:ext uri="{FF2B5EF4-FFF2-40B4-BE49-F238E27FC236}">
                    <a16:creationId xmlns:a16="http://schemas.microsoft.com/office/drawing/2014/main" id="{1A84D6ED-7888-4649-8F9A-6F97B339F1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130907" y="1778447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90" name="Straight Connector 1067">
                <a:extLst>
                  <a:ext uri="{FF2B5EF4-FFF2-40B4-BE49-F238E27FC236}">
                    <a16:creationId xmlns:a16="http://schemas.microsoft.com/office/drawing/2014/main" id="{6E0210E8-9E52-B64F-AB77-2FE66D785B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188464" y="2384037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91" name="Straight Connector 1103">
                <a:extLst>
                  <a:ext uri="{FF2B5EF4-FFF2-40B4-BE49-F238E27FC236}">
                    <a16:creationId xmlns:a16="http://schemas.microsoft.com/office/drawing/2014/main" id="{4BD7FE31-973D-2149-85C0-0E13ED55A48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267323" y="3880001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14031" name="Group 1104">
              <a:extLst>
                <a:ext uri="{FF2B5EF4-FFF2-40B4-BE49-F238E27FC236}">
                  <a16:creationId xmlns:a16="http://schemas.microsoft.com/office/drawing/2014/main" id="{765F4DA0-16C7-9A4A-BC15-42B419D784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291" y="1016574"/>
              <a:ext cx="8258951" cy="2901368"/>
              <a:chOff x="439215" y="3555216"/>
              <a:chExt cx="8258951" cy="2901368"/>
            </a:xfrm>
          </p:grpSpPr>
          <p:grpSp>
            <p:nvGrpSpPr>
              <p:cNvPr id="214032" name="Group 1105">
                <a:extLst>
                  <a:ext uri="{FF2B5EF4-FFF2-40B4-BE49-F238E27FC236}">
                    <a16:creationId xmlns:a16="http://schemas.microsoft.com/office/drawing/2014/main" id="{E694307B-217B-FB40-81BB-A309B6A9FA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8362" y="385514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349" name="Picture 3">
                  <a:extLst>
                    <a:ext uri="{FF2B5EF4-FFF2-40B4-BE49-F238E27FC236}">
                      <a16:creationId xmlns:a16="http://schemas.microsoft.com/office/drawing/2014/main" id="{A5775926-AFE6-1449-9A27-5441A654C9E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350" name="Group 950">
                  <a:extLst>
                    <a:ext uri="{FF2B5EF4-FFF2-40B4-BE49-F238E27FC236}">
                      <a16:creationId xmlns:a16="http://schemas.microsoft.com/office/drawing/2014/main" id="{38CC53F0-B414-2E4E-8986-2F7DDC5D0D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351" name="Freeform 951">
                    <a:extLst>
                      <a:ext uri="{FF2B5EF4-FFF2-40B4-BE49-F238E27FC236}">
                        <a16:creationId xmlns:a16="http://schemas.microsoft.com/office/drawing/2014/main" id="{1D940CF4-9ED0-F04D-B582-4A54E780ED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52" name="Rectangle 952">
                    <a:extLst>
                      <a:ext uri="{FF2B5EF4-FFF2-40B4-BE49-F238E27FC236}">
                        <a16:creationId xmlns:a16="http://schemas.microsoft.com/office/drawing/2014/main" id="{5C864C79-25E8-8D48-A1F0-E6D2174CB7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53" name="Freeform 953">
                    <a:extLst>
                      <a:ext uri="{FF2B5EF4-FFF2-40B4-BE49-F238E27FC236}">
                        <a16:creationId xmlns:a16="http://schemas.microsoft.com/office/drawing/2014/main" id="{F9230EA0-40F1-F944-A1C8-C87B9C4B31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54" name="Freeform 954">
                    <a:extLst>
                      <a:ext uri="{FF2B5EF4-FFF2-40B4-BE49-F238E27FC236}">
                        <a16:creationId xmlns:a16="http://schemas.microsoft.com/office/drawing/2014/main" id="{F0AB7CF6-089B-1148-BBF7-D843D80D90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55" name="Rectangle 955">
                    <a:extLst>
                      <a:ext uri="{FF2B5EF4-FFF2-40B4-BE49-F238E27FC236}">
                        <a16:creationId xmlns:a16="http://schemas.microsoft.com/office/drawing/2014/main" id="{98CC2FCF-928D-5E48-AEAC-621C4884E8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56" name="Group 956">
                    <a:extLst>
                      <a:ext uri="{FF2B5EF4-FFF2-40B4-BE49-F238E27FC236}">
                        <a16:creationId xmlns:a16="http://schemas.microsoft.com/office/drawing/2014/main" id="{32064450-79DB-9B42-B425-E4053B0D45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381" name="AutoShape 957">
                      <a:extLst>
                        <a:ext uri="{FF2B5EF4-FFF2-40B4-BE49-F238E27FC236}">
                          <a16:creationId xmlns:a16="http://schemas.microsoft.com/office/drawing/2014/main" id="{81709B80-81CD-484F-90A0-829B27DBF2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82" name="AutoShape 958">
                      <a:extLst>
                        <a:ext uri="{FF2B5EF4-FFF2-40B4-BE49-F238E27FC236}">
                          <a16:creationId xmlns:a16="http://schemas.microsoft.com/office/drawing/2014/main" id="{59C6BA8F-1200-164F-A9AE-4A6580C660B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57" name="Rectangle 959">
                    <a:extLst>
                      <a:ext uri="{FF2B5EF4-FFF2-40B4-BE49-F238E27FC236}">
                        <a16:creationId xmlns:a16="http://schemas.microsoft.com/office/drawing/2014/main" id="{DC21CC66-F586-0442-ABD4-46DA223A4C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58" name="Group 960">
                    <a:extLst>
                      <a:ext uri="{FF2B5EF4-FFF2-40B4-BE49-F238E27FC236}">
                        <a16:creationId xmlns:a16="http://schemas.microsoft.com/office/drawing/2014/main" id="{522CC6A9-9C0A-A348-B0AE-A15925D12C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379" name="AutoShape 961">
                      <a:extLst>
                        <a:ext uri="{FF2B5EF4-FFF2-40B4-BE49-F238E27FC236}">
                          <a16:creationId xmlns:a16="http://schemas.microsoft.com/office/drawing/2014/main" id="{FB03F716-8759-2347-BC2A-0F6B858603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80" name="AutoShape 962">
                      <a:extLst>
                        <a:ext uri="{FF2B5EF4-FFF2-40B4-BE49-F238E27FC236}">
                          <a16:creationId xmlns:a16="http://schemas.microsoft.com/office/drawing/2014/main" id="{968FE5C9-C21A-434D-9892-A0B42A5302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59" name="Rectangle 963">
                    <a:extLst>
                      <a:ext uri="{FF2B5EF4-FFF2-40B4-BE49-F238E27FC236}">
                        <a16:creationId xmlns:a16="http://schemas.microsoft.com/office/drawing/2014/main" id="{B266DFC4-3207-8841-9669-94EE2546F3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60" name="Rectangle 964">
                    <a:extLst>
                      <a:ext uri="{FF2B5EF4-FFF2-40B4-BE49-F238E27FC236}">
                        <a16:creationId xmlns:a16="http://schemas.microsoft.com/office/drawing/2014/main" id="{B4358FEB-66AD-A549-8017-15821E824D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61" name="Group 965">
                    <a:extLst>
                      <a:ext uri="{FF2B5EF4-FFF2-40B4-BE49-F238E27FC236}">
                        <a16:creationId xmlns:a16="http://schemas.microsoft.com/office/drawing/2014/main" id="{A501AB8D-E194-184D-B93F-CE0B3F99371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377" name="AutoShape 966">
                      <a:extLst>
                        <a:ext uri="{FF2B5EF4-FFF2-40B4-BE49-F238E27FC236}">
                          <a16:creationId xmlns:a16="http://schemas.microsoft.com/office/drawing/2014/main" id="{6F4F8E69-BE61-B843-B396-7042AFECE1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78" name="AutoShape 967">
                      <a:extLst>
                        <a:ext uri="{FF2B5EF4-FFF2-40B4-BE49-F238E27FC236}">
                          <a16:creationId xmlns:a16="http://schemas.microsoft.com/office/drawing/2014/main" id="{154AE41D-488D-8F44-88B1-F11C857D774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62" name="Freeform 968">
                    <a:extLst>
                      <a:ext uri="{FF2B5EF4-FFF2-40B4-BE49-F238E27FC236}">
                        <a16:creationId xmlns:a16="http://schemas.microsoft.com/office/drawing/2014/main" id="{1B1846C0-35D3-4E43-AED9-CEBA5DFA66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363" name="Group 969">
                    <a:extLst>
                      <a:ext uri="{FF2B5EF4-FFF2-40B4-BE49-F238E27FC236}">
                        <a16:creationId xmlns:a16="http://schemas.microsoft.com/office/drawing/2014/main" id="{BE50C039-2456-0A43-8A8F-7974C27908F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375" name="AutoShape 970">
                      <a:extLst>
                        <a:ext uri="{FF2B5EF4-FFF2-40B4-BE49-F238E27FC236}">
                          <a16:creationId xmlns:a16="http://schemas.microsoft.com/office/drawing/2014/main" id="{D6415243-02B9-604D-8712-065D4F3F99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76" name="AutoShape 971">
                      <a:extLst>
                        <a:ext uri="{FF2B5EF4-FFF2-40B4-BE49-F238E27FC236}">
                          <a16:creationId xmlns:a16="http://schemas.microsoft.com/office/drawing/2014/main" id="{7940FDC4-5E59-1B4D-AC78-6F272DC2CA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64" name="Rectangle 972">
                    <a:extLst>
                      <a:ext uri="{FF2B5EF4-FFF2-40B4-BE49-F238E27FC236}">
                        <a16:creationId xmlns:a16="http://schemas.microsoft.com/office/drawing/2014/main" id="{B61E69CD-4454-3643-BD20-839CE28043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65" name="Freeform 973">
                    <a:extLst>
                      <a:ext uri="{FF2B5EF4-FFF2-40B4-BE49-F238E27FC236}">
                        <a16:creationId xmlns:a16="http://schemas.microsoft.com/office/drawing/2014/main" id="{B09FCB36-68EA-6E43-AC71-461A29D544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66" name="Freeform 974">
                    <a:extLst>
                      <a:ext uri="{FF2B5EF4-FFF2-40B4-BE49-F238E27FC236}">
                        <a16:creationId xmlns:a16="http://schemas.microsoft.com/office/drawing/2014/main" id="{4DF52331-2EAD-5B4B-90D5-064E127358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67" name="Oval 975">
                    <a:extLst>
                      <a:ext uri="{FF2B5EF4-FFF2-40B4-BE49-F238E27FC236}">
                        <a16:creationId xmlns:a16="http://schemas.microsoft.com/office/drawing/2014/main" id="{BB63952B-4392-CE42-8365-B9FC248F77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68" name="Freeform 976">
                    <a:extLst>
                      <a:ext uri="{FF2B5EF4-FFF2-40B4-BE49-F238E27FC236}">
                        <a16:creationId xmlns:a16="http://schemas.microsoft.com/office/drawing/2014/main" id="{6CAE91DE-B423-4643-8A87-F427B89F19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69" name="AutoShape 977">
                    <a:extLst>
                      <a:ext uri="{FF2B5EF4-FFF2-40B4-BE49-F238E27FC236}">
                        <a16:creationId xmlns:a16="http://schemas.microsoft.com/office/drawing/2014/main" id="{0D7858BE-3E40-6341-BB59-D191C3AC61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0" name="AutoShape 978">
                    <a:extLst>
                      <a:ext uri="{FF2B5EF4-FFF2-40B4-BE49-F238E27FC236}">
                        <a16:creationId xmlns:a16="http://schemas.microsoft.com/office/drawing/2014/main" id="{A852E96A-2320-5744-BC11-26B7E72331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1" name="Oval 979">
                    <a:extLst>
                      <a:ext uri="{FF2B5EF4-FFF2-40B4-BE49-F238E27FC236}">
                        <a16:creationId xmlns:a16="http://schemas.microsoft.com/office/drawing/2014/main" id="{DC96CAF8-19F8-0048-BF8B-8C68ED47B9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2" name="Oval 980">
                    <a:extLst>
                      <a:ext uri="{FF2B5EF4-FFF2-40B4-BE49-F238E27FC236}">
                        <a16:creationId xmlns:a16="http://schemas.microsoft.com/office/drawing/2014/main" id="{AB248E44-3DC8-444A-8C84-7C4F2AF161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3" name="Oval 981">
                    <a:extLst>
                      <a:ext uri="{FF2B5EF4-FFF2-40B4-BE49-F238E27FC236}">
                        <a16:creationId xmlns:a16="http://schemas.microsoft.com/office/drawing/2014/main" id="{4DBBD334-0E75-8E4F-9DBD-742A7B67A1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4" name="Rectangle 982">
                    <a:extLst>
                      <a:ext uri="{FF2B5EF4-FFF2-40B4-BE49-F238E27FC236}">
                        <a16:creationId xmlns:a16="http://schemas.microsoft.com/office/drawing/2014/main" id="{6D589F8A-DA14-5F4D-AC80-DF0C9F36CD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3" name="Group 1106">
                <a:extLst>
                  <a:ext uri="{FF2B5EF4-FFF2-40B4-BE49-F238E27FC236}">
                    <a16:creationId xmlns:a16="http://schemas.microsoft.com/office/drawing/2014/main" id="{C6C4C3FE-A2CC-F64A-A43C-914F88CFCB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1830" y="577637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315" name="Picture 3">
                  <a:extLst>
                    <a:ext uri="{FF2B5EF4-FFF2-40B4-BE49-F238E27FC236}">
                      <a16:creationId xmlns:a16="http://schemas.microsoft.com/office/drawing/2014/main" id="{260B4362-0575-F74D-954B-5E4CD0D076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316" name="Group 950">
                  <a:extLst>
                    <a:ext uri="{FF2B5EF4-FFF2-40B4-BE49-F238E27FC236}">
                      <a16:creationId xmlns:a16="http://schemas.microsoft.com/office/drawing/2014/main" id="{4A701EFD-908E-364D-8A6D-551B038706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317" name="Freeform 951">
                    <a:extLst>
                      <a:ext uri="{FF2B5EF4-FFF2-40B4-BE49-F238E27FC236}">
                        <a16:creationId xmlns:a16="http://schemas.microsoft.com/office/drawing/2014/main" id="{E6062FE3-75DD-FA43-83DD-1C2B451511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18" name="Rectangle 952">
                    <a:extLst>
                      <a:ext uri="{FF2B5EF4-FFF2-40B4-BE49-F238E27FC236}">
                        <a16:creationId xmlns:a16="http://schemas.microsoft.com/office/drawing/2014/main" id="{FF82ADFA-572F-C74B-A1C4-568A9EB8F6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19" name="Freeform 953">
                    <a:extLst>
                      <a:ext uri="{FF2B5EF4-FFF2-40B4-BE49-F238E27FC236}">
                        <a16:creationId xmlns:a16="http://schemas.microsoft.com/office/drawing/2014/main" id="{49B35CCA-6F24-A84D-9C1D-1CF611C675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20" name="Freeform 954">
                    <a:extLst>
                      <a:ext uri="{FF2B5EF4-FFF2-40B4-BE49-F238E27FC236}">
                        <a16:creationId xmlns:a16="http://schemas.microsoft.com/office/drawing/2014/main" id="{350BEFC5-5530-DA47-85B7-6B72F15743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21" name="Rectangle 955">
                    <a:extLst>
                      <a:ext uri="{FF2B5EF4-FFF2-40B4-BE49-F238E27FC236}">
                        <a16:creationId xmlns:a16="http://schemas.microsoft.com/office/drawing/2014/main" id="{2B66742B-4655-114F-9D78-84F2EB77D5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22" name="Group 956">
                    <a:extLst>
                      <a:ext uri="{FF2B5EF4-FFF2-40B4-BE49-F238E27FC236}">
                        <a16:creationId xmlns:a16="http://schemas.microsoft.com/office/drawing/2014/main" id="{D095D206-B97B-754E-9B61-548F200590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347" name="AutoShape 957">
                      <a:extLst>
                        <a:ext uri="{FF2B5EF4-FFF2-40B4-BE49-F238E27FC236}">
                          <a16:creationId xmlns:a16="http://schemas.microsoft.com/office/drawing/2014/main" id="{794C0100-9908-FA4D-B12F-68EB92D1E1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48" name="AutoShape 958">
                      <a:extLst>
                        <a:ext uri="{FF2B5EF4-FFF2-40B4-BE49-F238E27FC236}">
                          <a16:creationId xmlns:a16="http://schemas.microsoft.com/office/drawing/2014/main" id="{4934E9C0-E5CC-BE4F-8C87-255B6859F8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23" name="Rectangle 959">
                    <a:extLst>
                      <a:ext uri="{FF2B5EF4-FFF2-40B4-BE49-F238E27FC236}">
                        <a16:creationId xmlns:a16="http://schemas.microsoft.com/office/drawing/2014/main" id="{24141002-9948-3047-847B-82F4D74779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24" name="Group 960">
                    <a:extLst>
                      <a:ext uri="{FF2B5EF4-FFF2-40B4-BE49-F238E27FC236}">
                        <a16:creationId xmlns:a16="http://schemas.microsoft.com/office/drawing/2014/main" id="{45C5223C-B1C1-714C-8C0B-28BA6D60432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345" name="AutoShape 961">
                      <a:extLst>
                        <a:ext uri="{FF2B5EF4-FFF2-40B4-BE49-F238E27FC236}">
                          <a16:creationId xmlns:a16="http://schemas.microsoft.com/office/drawing/2014/main" id="{18BA5F5B-4712-BA47-B5BF-3B42631D02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46" name="AutoShape 962">
                      <a:extLst>
                        <a:ext uri="{FF2B5EF4-FFF2-40B4-BE49-F238E27FC236}">
                          <a16:creationId xmlns:a16="http://schemas.microsoft.com/office/drawing/2014/main" id="{E3013E6F-78BE-AF4E-9314-F26F3E9ACC5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25" name="Rectangle 963">
                    <a:extLst>
                      <a:ext uri="{FF2B5EF4-FFF2-40B4-BE49-F238E27FC236}">
                        <a16:creationId xmlns:a16="http://schemas.microsoft.com/office/drawing/2014/main" id="{F88C31A1-A785-4448-8EC5-94B27B8EFF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26" name="Rectangle 964">
                    <a:extLst>
                      <a:ext uri="{FF2B5EF4-FFF2-40B4-BE49-F238E27FC236}">
                        <a16:creationId xmlns:a16="http://schemas.microsoft.com/office/drawing/2014/main" id="{41590F59-952A-7746-A258-659BCB0F05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27" name="Group 965">
                    <a:extLst>
                      <a:ext uri="{FF2B5EF4-FFF2-40B4-BE49-F238E27FC236}">
                        <a16:creationId xmlns:a16="http://schemas.microsoft.com/office/drawing/2014/main" id="{529AF34E-4521-2B40-AB73-3D5A5FBB4C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343" name="AutoShape 966">
                      <a:extLst>
                        <a:ext uri="{FF2B5EF4-FFF2-40B4-BE49-F238E27FC236}">
                          <a16:creationId xmlns:a16="http://schemas.microsoft.com/office/drawing/2014/main" id="{22C6E18A-60A4-6D43-9F16-EA1672E694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44" name="AutoShape 967">
                      <a:extLst>
                        <a:ext uri="{FF2B5EF4-FFF2-40B4-BE49-F238E27FC236}">
                          <a16:creationId xmlns:a16="http://schemas.microsoft.com/office/drawing/2014/main" id="{9AB8339A-C61F-3049-8F4C-42B6C6B2E3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28" name="Freeform 968">
                    <a:extLst>
                      <a:ext uri="{FF2B5EF4-FFF2-40B4-BE49-F238E27FC236}">
                        <a16:creationId xmlns:a16="http://schemas.microsoft.com/office/drawing/2014/main" id="{3209BB09-C9CD-4F47-96FA-4B0B6A43FF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329" name="Group 969">
                    <a:extLst>
                      <a:ext uri="{FF2B5EF4-FFF2-40B4-BE49-F238E27FC236}">
                        <a16:creationId xmlns:a16="http://schemas.microsoft.com/office/drawing/2014/main" id="{14AA97B1-880D-F54A-98BB-64F7E784FB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341" name="AutoShape 970">
                      <a:extLst>
                        <a:ext uri="{FF2B5EF4-FFF2-40B4-BE49-F238E27FC236}">
                          <a16:creationId xmlns:a16="http://schemas.microsoft.com/office/drawing/2014/main" id="{810C0E7D-2C0F-7946-B5EC-3F5BE880F8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42" name="AutoShape 971">
                      <a:extLst>
                        <a:ext uri="{FF2B5EF4-FFF2-40B4-BE49-F238E27FC236}">
                          <a16:creationId xmlns:a16="http://schemas.microsoft.com/office/drawing/2014/main" id="{8110FF09-5F65-0D49-949E-0E03D49B69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30" name="Rectangle 972">
                    <a:extLst>
                      <a:ext uri="{FF2B5EF4-FFF2-40B4-BE49-F238E27FC236}">
                        <a16:creationId xmlns:a16="http://schemas.microsoft.com/office/drawing/2014/main" id="{39EA80F1-CF65-4746-AA93-FAA23F9CA0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1" name="Freeform 973">
                    <a:extLst>
                      <a:ext uri="{FF2B5EF4-FFF2-40B4-BE49-F238E27FC236}">
                        <a16:creationId xmlns:a16="http://schemas.microsoft.com/office/drawing/2014/main" id="{6F140D38-80A8-6142-8321-2AF77C7739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32" name="Freeform 974">
                    <a:extLst>
                      <a:ext uri="{FF2B5EF4-FFF2-40B4-BE49-F238E27FC236}">
                        <a16:creationId xmlns:a16="http://schemas.microsoft.com/office/drawing/2014/main" id="{B90ADC71-0ED5-0B4B-81EA-EE6B208CBD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33" name="Oval 975">
                    <a:extLst>
                      <a:ext uri="{FF2B5EF4-FFF2-40B4-BE49-F238E27FC236}">
                        <a16:creationId xmlns:a16="http://schemas.microsoft.com/office/drawing/2014/main" id="{8C70E236-91DA-4947-82CE-2F7A8813F7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4" name="Freeform 976">
                    <a:extLst>
                      <a:ext uri="{FF2B5EF4-FFF2-40B4-BE49-F238E27FC236}">
                        <a16:creationId xmlns:a16="http://schemas.microsoft.com/office/drawing/2014/main" id="{5373FF10-13C3-3D41-AA0C-1430B0347B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35" name="AutoShape 977">
                    <a:extLst>
                      <a:ext uri="{FF2B5EF4-FFF2-40B4-BE49-F238E27FC236}">
                        <a16:creationId xmlns:a16="http://schemas.microsoft.com/office/drawing/2014/main" id="{50EFEF24-2F6A-174B-8DB4-1DEA100A6B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6" name="AutoShape 978">
                    <a:extLst>
                      <a:ext uri="{FF2B5EF4-FFF2-40B4-BE49-F238E27FC236}">
                        <a16:creationId xmlns:a16="http://schemas.microsoft.com/office/drawing/2014/main" id="{943AAD1B-8287-8B48-8A05-3445EDA152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7" name="Oval 979">
                    <a:extLst>
                      <a:ext uri="{FF2B5EF4-FFF2-40B4-BE49-F238E27FC236}">
                        <a16:creationId xmlns:a16="http://schemas.microsoft.com/office/drawing/2014/main" id="{48CF1179-A3EC-E447-B856-F8B70CDCE5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8" name="Oval 980">
                    <a:extLst>
                      <a:ext uri="{FF2B5EF4-FFF2-40B4-BE49-F238E27FC236}">
                        <a16:creationId xmlns:a16="http://schemas.microsoft.com/office/drawing/2014/main" id="{CBC38746-9958-7741-A37C-513EE8697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9" name="Oval 981">
                    <a:extLst>
                      <a:ext uri="{FF2B5EF4-FFF2-40B4-BE49-F238E27FC236}">
                        <a16:creationId xmlns:a16="http://schemas.microsoft.com/office/drawing/2014/main" id="{134AF8DB-AD09-5347-A5D0-35B528D6BD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40" name="Rectangle 982">
                    <a:extLst>
                      <a:ext uri="{FF2B5EF4-FFF2-40B4-BE49-F238E27FC236}">
                        <a16:creationId xmlns:a16="http://schemas.microsoft.com/office/drawing/2014/main" id="{0F2B3047-45DC-0649-A004-526EEF7042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4" name="Group 1108">
                <a:extLst>
                  <a:ext uri="{FF2B5EF4-FFF2-40B4-BE49-F238E27FC236}">
                    <a16:creationId xmlns:a16="http://schemas.microsoft.com/office/drawing/2014/main" id="{C9F6364A-00DB-0D4A-A004-57E8EAD7B8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7291" y="355521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281" name="Picture 3">
                  <a:extLst>
                    <a:ext uri="{FF2B5EF4-FFF2-40B4-BE49-F238E27FC236}">
                      <a16:creationId xmlns:a16="http://schemas.microsoft.com/office/drawing/2014/main" id="{A3A1807C-874F-704F-B03F-29975291B2C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282" name="Group 950">
                  <a:extLst>
                    <a:ext uri="{FF2B5EF4-FFF2-40B4-BE49-F238E27FC236}">
                      <a16:creationId xmlns:a16="http://schemas.microsoft.com/office/drawing/2014/main" id="{F3528668-B597-9440-80E1-2A3F2EBAD6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283" name="Freeform 951">
                    <a:extLst>
                      <a:ext uri="{FF2B5EF4-FFF2-40B4-BE49-F238E27FC236}">
                        <a16:creationId xmlns:a16="http://schemas.microsoft.com/office/drawing/2014/main" id="{4F8C89E0-A80B-274B-B34C-74AB11788F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84" name="Rectangle 952">
                    <a:extLst>
                      <a:ext uri="{FF2B5EF4-FFF2-40B4-BE49-F238E27FC236}">
                        <a16:creationId xmlns:a16="http://schemas.microsoft.com/office/drawing/2014/main" id="{30A156CA-8A00-764A-8009-1728BB3757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85" name="Freeform 953">
                    <a:extLst>
                      <a:ext uri="{FF2B5EF4-FFF2-40B4-BE49-F238E27FC236}">
                        <a16:creationId xmlns:a16="http://schemas.microsoft.com/office/drawing/2014/main" id="{3D9F74DA-52B3-F84E-A304-BB0AC72DBA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86" name="Freeform 954">
                    <a:extLst>
                      <a:ext uri="{FF2B5EF4-FFF2-40B4-BE49-F238E27FC236}">
                        <a16:creationId xmlns:a16="http://schemas.microsoft.com/office/drawing/2014/main" id="{DACC5686-4AAE-5E4D-86E2-D29729FE67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87" name="Rectangle 955">
                    <a:extLst>
                      <a:ext uri="{FF2B5EF4-FFF2-40B4-BE49-F238E27FC236}">
                        <a16:creationId xmlns:a16="http://schemas.microsoft.com/office/drawing/2014/main" id="{6ABA95F7-1195-B046-8531-1594709526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88" name="Group 956">
                    <a:extLst>
                      <a:ext uri="{FF2B5EF4-FFF2-40B4-BE49-F238E27FC236}">
                        <a16:creationId xmlns:a16="http://schemas.microsoft.com/office/drawing/2014/main" id="{EFCB0AF3-5CB1-CE47-A2B2-A324FB60CF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313" name="AutoShape 957">
                      <a:extLst>
                        <a:ext uri="{FF2B5EF4-FFF2-40B4-BE49-F238E27FC236}">
                          <a16:creationId xmlns:a16="http://schemas.microsoft.com/office/drawing/2014/main" id="{69C9C0B6-E55A-1147-8ED0-6C5ED23187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14" name="AutoShape 958">
                      <a:extLst>
                        <a:ext uri="{FF2B5EF4-FFF2-40B4-BE49-F238E27FC236}">
                          <a16:creationId xmlns:a16="http://schemas.microsoft.com/office/drawing/2014/main" id="{B9C7CE90-766D-D34B-BC12-9F8A2EFADF8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89" name="Rectangle 959">
                    <a:extLst>
                      <a:ext uri="{FF2B5EF4-FFF2-40B4-BE49-F238E27FC236}">
                        <a16:creationId xmlns:a16="http://schemas.microsoft.com/office/drawing/2014/main" id="{AD6F9820-F116-E449-8826-CDCC64ACAD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90" name="Group 960">
                    <a:extLst>
                      <a:ext uri="{FF2B5EF4-FFF2-40B4-BE49-F238E27FC236}">
                        <a16:creationId xmlns:a16="http://schemas.microsoft.com/office/drawing/2014/main" id="{9A4A5380-AFD4-534F-BD55-D4516EB4FF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311" name="AutoShape 961">
                      <a:extLst>
                        <a:ext uri="{FF2B5EF4-FFF2-40B4-BE49-F238E27FC236}">
                          <a16:creationId xmlns:a16="http://schemas.microsoft.com/office/drawing/2014/main" id="{413FB5AF-FF28-2D43-A246-2D572D14072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12" name="AutoShape 962">
                      <a:extLst>
                        <a:ext uri="{FF2B5EF4-FFF2-40B4-BE49-F238E27FC236}">
                          <a16:creationId xmlns:a16="http://schemas.microsoft.com/office/drawing/2014/main" id="{5D02AF92-9E92-9D43-8B73-8DA98C78AEF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91" name="Rectangle 963">
                    <a:extLst>
                      <a:ext uri="{FF2B5EF4-FFF2-40B4-BE49-F238E27FC236}">
                        <a16:creationId xmlns:a16="http://schemas.microsoft.com/office/drawing/2014/main" id="{CA29BD30-39BE-2640-9DD0-2BA2982181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92" name="Rectangle 964">
                    <a:extLst>
                      <a:ext uri="{FF2B5EF4-FFF2-40B4-BE49-F238E27FC236}">
                        <a16:creationId xmlns:a16="http://schemas.microsoft.com/office/drawing/2014/main" id="{ADE677C4-76C2-2F46-A31A-14A89CDF63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93" name="Group 965">
                    <a:extLst>
                      <a:ext uri="{FF2B5EF4-FFF2-40B4-BE49-F238E27FC236}">
                        <a16:creationId xmlns:a16="http://schemas.microsoft.com/office/drawing/2014/main" id="{B5FB862D-6A37-8442-87D7-9A4494C38FF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309" name="AutoShape 966">
                      <a:extLst>
                        <a:ext uri="{FF2B5EF4-FFF2-40B4-BE49-F238E27FC236}">
                          <a16:creationId xmlns:a16="http://schemas.microsoft.com/office/drawing/2014/main" id="{E3E4AD67-2B88-5947-BC94-A1E8FAC64EB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10" name="AutoShape 967">
                      <a:extLst>
                        <a:ext uri="{FF2B5EF4-FFF2-40B4-BE49-F238E27FC236}">
                          <a16:creationId xmlns:a16="http://schemas.microsoft.com/office/drawing/2014/main" id="{CCE8A02D-264B-5849-B019-CD12831917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94" name="Freeform 968">
                    <a:extLst>
                      <a:ext uri="{FF2B5EF4-FFF2-40B4-BE49-F238E27FC236}">
                        <a16:creationId xmlns:a16="http://schemas.microsoft.com/office/drawing/2014/main" id="{2CDE6799-D43D-FE44-BA3B-576A7A042E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295" name="Group 969">
                    <a:extLst>
                      <a:ext uri="{FF2B5EF4-FFF2-40B4-BE49-F238E27FC236}">
                        <a16:creationId xmlns:a16="http://schemas.microsoft.com/office/drawing/2014/main" id="{AD225CAB-2CD6-CE43-B805-2745BBEA106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307" name="AutoShape 970">
                      <a:extLst>
                        <a:ext uri="{FF2B5EF4-FFF2-40B4-BE49-F238E27FC236}">
                          <a16:creationId xmlns:a16="http://schemas.microsoft.com/office/drawing/2014/main" id="{D3B68CF7-3D65-2844-8F1C-A0A1F4D3CB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08" name="AutoShape 971">
                      <a:extLst>
                        <a:ext uri="{FF2B5EF4-FFF2-40B4-BE49-F238E27FC236}">
                          <a16:creationId xmlns:a16="http://schemas.microsoft.com/office/drawing/2014/main" id="{71270FBB-F117-5541-80F9-D59579D8E5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96" name="Rectangle 972">
                    <a:extLst>
                      <a:ext uri="{FF2B5EF4-FFF2-40B4-BE49-F238E27FC236}">
                        <a16:creationId xmlns:a16="http://schemas.microsoft.com/office/drawing/2014/main" id="{F84536D9-5E62-524F-8348-FF69B6286E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97" name="Freeform 973">
                    <a:extLst>
                      <a:ext uri="{FF2B5EF4-FFF2-40B4-BE49-F238E27FC236}">
                        <a16:creationId xmlns:a16="http://schemas.microsoft.com/office/drawing/2014/main" id="{4337C0C8-AE7B-034F-9062-77AD15C80A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98" name="Freeform 974">
                    <a:extLst>
                      <a:ext uri="{FF2B5EF4-FFF2-40B4-BE49-F238E27FC236}">
                        <a16:creationId xmlns:a16="http://schemas.microsoft.com/office/drawing/2014/main" id="{EE05D2CE-39EC-5242-9BAE-F9B03F56AB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99" name="Oval 975">
                    <a:extLst>
                      <a:ext uri="{FF2B5EF4-FFF2-40B4-BE49-F238E27FC236}">
                        <a16:creationId xmlns:a16="http://schemas.microsoft.com/office/drawing/2014/main" id="{E377548E-77E8-844A-A40D-31E0E57350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0" name="Freeform 976">
                    <a:extLst>
                      <a:ext uri="{FF2B5EF4-FFF2-40B4-BE49-F238E27FC236}">
                        <a16:creationId xmlns:a16="http://schemas.microsoft.com/office/drawing/2014/main" id="{71625FD5-75AD-7B4E-A150-6BDAF574D4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01" name="AutoShape 977">
                    <a:extLst>
                      <a:ext uri="{FF2B5EF4-FFF2-40B4-BE49-F238E27FC236}">
                        <a16:creationId xmlns:a16="http://schemas.microsoft.com/office/drawing/2014/main" id="{10B4DE7F-36E8-294B-9FE8-B3CF7FD7C7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2" name="AutoShape 978">
                    <a:extLst>
                      <a:ext uri="{FF2B5EF4-FFF2-40B4-BE49-F238E27FC236}">
                        <a16:creationId xmlns:a16="http://schemas.microsoft.com/office/drawing/2014/main" id="{DFFED938-1D43-CE4A-9C14-0FFD74D412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3" name="Oval 979">
                    <a:extLst>
                      <a:ext uri="{FF2B5EF4-FFF2-40B4-BE49-F238E27FC236}">
                        <a16:creationId xmlns:a16="http://schemas.microsoft.com/office/drawing/2014/main" id="{B3AACB26-D561-E943-88B5-B31586D61A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4" name="Oval 980">
                    <a:extLst>
                      <a:ext uri="{FF2B5EF4-FFF2-40B4-BE49-F238E27FC236}">
                        <a16:creationId xmlns:a16="http://schemas.microsoft.com/office/drawing/2014/main" id="{CD643D1D-8A9A-4843-A1AB-9ACE79E177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5" name="Oval 981">
                    <a:extLst>
                      <a:ext uri="{FF2B5EF4-FFF2-40B4-BE49-F238E27FC236}">
                        <a16:creationId xmlns:a16="http://schemas.microsoft.com/office/drawing/2014/main" id="{4C3E8424-6FC2-194A-8AEE-595A3DEC0F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6" name="Rectangle 982">
                    <a:extLst>
                      <a:ext uri="{FF2B5EF4-FFF2-40B4-BE49-F238E27FC236}">
                        <a16:creationId xmlns:a16="http://schemas.microsoft.com/office/drawing/2014/main" id="{154139AE-AE74-B04A-90C3-E6017A9484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5" name="Group 1109">
                <a:extLst>
                  <a:ext uri="{FF2B5EF4-FFF2-40B4-BE49-F238E27FC236}">
                    <a16:creationId xmlns:a16="http://schemas.microsoft.com/office/drawing/2014/main" id="{79500CAF-5FA7-4647-96EF-1CF1E6497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4012" y="5612511"/>
                <a:ext cx="347767" cy="680207"/>
                <a:chOff x="7923189" y="2486664"/>
                <a:chExt cx="360377" cy="884585"/>
              </a:xfrm>
            </p:grpSpPr>
            <p:pic>
              <p:nvPicPr>
                <p:cNvPr id="214247" name="Picture 3">
                  <a:extLst>
                    <a:ext uri="{FF2B5EF4-FFF2-40B4-BE49-F238E27FC236}">
                      <a16:creationId xmlns:a16="http://schemas.microsoft.com/office/drawing/2014/main" id="{97CFF1D3-1264-8245-9548-CCE6B76618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98" y="2486664"/>
                  <a:ext cx="239568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248" name="Group 950">
                  <a:extLst>
                    <a:ext uri="{FF2B5EF4-FFF2-40B4-BE49-F238E27FC236}">
                      <a16:creationId xmlns:a16="http://schemas.microsoft.com/office/drawing/2014/main" id="{72842E99-C142-F741-BC93-319E787290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249" name="Freeform 951">
                    <a:extLst>
                      <a:ext uri="{FF2B5EF4-FFF2-40B4-BE49-F238E27FC236}">
                        <a16:creationId xmlns:a16="http://schemas.microsoft.com/office/drawing/2014/main" id="{B6BBC861-7F3D-1748-8F5D-8744BBAA52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50" name="Rectangle 952">
                    <a:extLst>
                      <a:ext uri="{FF2B5EF4-FFF2-40B4-BE49-F238E27FC236}">
                        <a16:creationId xmlns:a16="http://schemas.microsoft.com/office/drawing/2014/main" id="{FE2BB6FC-1678-1C4A-8B91-6ACB8F3A76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51" name="Freeform 953">
                    <a:extLst>
                      <a:ext uri="{FF2B5EF4-FFF2-40B4-BE49-F238E27FC236}">
                        <a16:creationId xmlns:a16="http://schemas.microsoft.com/office/drawing/2014/main" id="{D4877522-C30A-6A4E-BDF2-9EBC91A953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52" name="Freeform 954">
                    <a:extLst>
                      <a:ext uri="{FF2B5EF4-FFF2-40B4-BE49-F238E27FC236}">
                        <a16:creationId xmlns:a16="http://schemas.microsoft.com/office/drawing/2014/main" id="{2D8D9AC1-ED2B-4140-809E-75563A228F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53" name="Rectangle 955">
                    <a:extLst>
                      <a:ext uri="{FF2B5EF4-FFF2-40B4-BE49-F238E27FC236}">
                        <a16:creationId xmlns:a16="http://schemas.microsoft.com/office/drawing/2014/main" id="{FB6CD6F9-5B37-E446-A6C5-4530910CF3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54" name="Group 956">
                    <a:extLst>
                      <a:ext uri="{FF2B5EF4-FFF2-40B4-BE49-F238E27FC236}">
                        <a16:creationId xmlns:a16="http://schemas.microsoft.com/office/drawing/2014/main" id="{73C799E3-BCAA-AD4C-AABE-9AF87F58380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279" name="AutoShape 957">
                      <a:extLst>
                        <a:ext uri="{FF2B5EF4-FFF2-40B4-BE49-F238E27FC236}">
                          <a16:creationId xmlns:a16="http://schemas.microsoft.com/office/drawing/2014/main" id="{F10E0493-3CBE-C944-B5E2-5D308BC1837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80" name="AutoShape 958">
                      <a:extLst>
                        <a:ext uri="{FF2B5EF4-FFF2-40B4-BE49-F238E27FC236}">
                          <a16:creationId xmlns:a16="http://schemas.microsoft.com/office/drawing/2014/main" id="{FE1810D1-C12A-134B-B953-93C2046460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55" name="Rectangle 959">
                    <a:extLst>
                      <a:ext uri="{FF2B5EF4-FFF2-40B4-BE49-F238E27FC236}">
                        <a16:creationId xmlns:a16="http://schemas.microsoft.com/office/drawing/2014/main" id="{C40FF08A-AD54-104E-B3B3-BAEC79FEA7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56" name="Group 960">
                    <a:extLst>
                      <a:ext uri="{FF2B5EF4-FFF2-40B4-BE49-F238E27FC236}">
                        <a16:creationId xmlns:a16="http://schemas.microsoft.com/office/drawing/2014/main" id="{2BDCA173-503C-D54F-A46B-61365379BA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277" name="AutoShape 961">
                      <a:extLst>
                        <a:ext uri="{FF2B5EF4-FFF2-40B4-BE49-F238E27FC236}">
                          <a16:creationId xmlns:a16="http://schemas.microsoft.com/office/drawing/2014/main" id="{B0D24083-1748-6544-BE6B-7954F96C1E0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78" name="AutoShape 962">
                      <a:extLst>
                        <a:ext uri="{FF2B5EF4-FFF2-40B4-BE49-F238E27FC236}">
                          <a16:creationId xmlns:a16="http://schemas.microsoft.com/office/drawing/2014/main" id="{B0025021-1822-D04A-AFCE-1E7C4EB263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57" name="Rectangle 963">
                    <a:extLst>
                      <a:ext uri="{FF2B5EF4-FFF2-40B4-BE49-F238E27FC236}">
                        <a16:creationId xmlns:a16="http://schemas.microsoft.com/office/drawing/2014/main" id="{3B6FC2C1-B3FF-5A4E-B03E-F700F824B5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58" name="Rectangle 964">
                    <a:extLst>
                      <a:ext uri="{FF2B5EF4-FFF2-40B4-BE49-F238E27FC236}">
                        <a16:creationId xmlns:a16="http://schemas.microsoft.com/office/drawing/2014/main" id="{10E96F8E-43D3-E845-A3CD-5D4A119FDF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59" name="Group 965">
                    <a:extLst>
                      <a:ext uri="{FF2B5EF4-FFF2-40B4-BE49-F238E27FC236}">
                        <a16:creationId xmlns:a16="http://schemas.microsoft.com/office/drawing/2014/main" id="{22B128C3-B26E-2244-8A6A-36A0148B55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275" name="AutoShape 966">
                      <a:extLst>
                        <a:ext uri="{FF2B5EF4-FFF2-40B4-BE49-F238E27FC236}">
                          <a16:creationId xmlns:a16="http://schemas.microsoft.com/office/drawing/2014/main" id="{0A28496D-9572-1F4A-87C7-282B91B064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76" name="AutoShape 967">
                      <a:extLst>
                        <a:ext uri="{FF2B5EF4-FFF2-40B4-BE49-F238E27FC236}">
                          <a16:creationId xmlns:a16="http://schemas.microsoft.com/office/drawing/2014/main" id="{51F6E259-52E5-2E4B-9144-E9922B9DA31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60" name="Freeform 968">
                    <a:extLst>
                      <a:ext uri="{FF2B5EF4-FFF2-40B4-BE49-F238E27FC236}">
                        <a16:creationId xmlns:a16="http://schemas.microsoft.com/office/drawing/2014/main" id="{A12E5778-902E-D940-981E-F04DF8F1E4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261" name="Group 969">
                    <a:extLst>
                      <a:ext uri="{FF2B5EF4-FFF2-40B4-BE49-F238E27FC236}">
                        <a16:creationId xmlns:a16="http://schemas.microsoft.com/office/drawing/2014/main" id="{7259CC91-0F9B-8E40-805D-8E8BD01AC6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273" name="AutoShape 970">
                      <a:extLst>
                        <a:ext uri="{FF2B5EF4-FFF2-40B4-BE49-F238E27FC236}">
                          <a16:creationId xmlns:a16="http://schemas.microsoft.com/office/drawing/2014/main" id="{2650EFD0-82ED-0B4F-8595-9CE7EC88BB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74" name="AutoShape 971">
                      <a:extLst>
                        <a:ext uri="{FF2B5EF4-FFF2-40B4-BE49-F238E27FC236}">
                          <a16:creationId xmlns:a16="http://schemas.microsoft.com/office/drawing/2014/main" id="{94CD0936-D758-4946-8371-1632476543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62" name="Rectangle 972">
                    <a:extLst>
                      <a:ext uri="{FF2B5EF4-FFF2-40B4-BE49-F238E27FC236}">
                        <a16:creationId xmlns:a16="http://schemas.microsoft.com/office/drawing/2014/main" id="{D8CD3297-903E-7741-A6C1-D675C50F11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63" name="Freeform 973">
                    <a:extLst>
                      <a:ext uri="{FF2B5EF4-FFF2-40B4-BE49-F238E27FC236}">
                        <a16:creationId xmlns:a16="http://schemas.microsoft.com/office/drawing/2014/main" id="{DE88E5C8-6504-3D43-A3AF-BCAEB9EF61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64" name="Freeform 974">
                    <a:extLst>
                      <a:ext uri="{FF2B5EF4-FFF2-40B4-BE49-F238E27FC236}">
                        <a16:creationId xmlns:a16="http://schemas.microsoft.com/office/drawing/2014/main" id="{13651564-7FC1-114F-A269-35AF401187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65" name="Oval 975">
                    <a:extLst>
                      <a:ext uri="{FF2B5EF4-FFF2-40B4-BE49-F238E27FC236}">
                        <a16:creationId xmlns:a16="http://schemas.microsoft.com/office/drawing/2014/main" id="{7DA4DF9E-ECB3-7E46-833F-E5EBA92F63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66" name="Freeform 976">
                    <a:extLst>
                      <a:ext uri="{FF2B5EF4-FFF2-40B4-BE49-F238E27FC236}">
                        <a16:creationId xmlns:a16="http://schemas.microsoft.com/office/drawing/2014/main" id="{21EAEFF3-18DC-8240-82B0-822E1C61F2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67" name="AutoShape 977">
                    <a:extLst>
                      <a:ext uri="{FF2B5EF4-FFF2-40B4-BE49-F238E27FC236}">
                        <a16:creationId xmlns:a16="http://schemas.microsoft.com/office/drawing/2014/main" id="{83B2DF90-F16A-F041-96D7-F74087DDBD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68" name="AutoShape 978">
                    <a:extLst>
                      <a:ext uri="{FF2B5EF4-FFF2-40B4-BE49-F238E27FC236}">
                        <a16:creationId xmlns:a16="http://schemas.microsoft.com/office/drawing/2014/main" id="{93DB74E5-66C8-F84B-9C34-549CF6B809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69" name="Oval 979">
                    <a:extLst>
                      <a:ext uri="{FF2B5EF4-FFF2-40B4-BE49-F238E27FC236}">
                        <a16:creationId xmlns:a16="http://schemas.microsoft.com/office/drawing/2014/main" id="{306BC6AF-90F0-DE49-84C3-478A9F811A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70" name="Oval 980">
                    <a:extLst>
                      <a:ext uri="{FF2B5EF4-FFF2-40B4-BE49-F238E27FC236}">
                        <a16:creationId xmlns:a16="http://schemas.microsoft.com/office/drawing/2014/main" id="{DBA7E1CD-72BA-A74B-A79F-5F0C3C1D51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71" name="Oval 981">
                    <a:extLst>
                      <a:ext uri="{FF2B5EF4-FFF2-40B4-BE49-F238E27FC236}">
                        <a16:creationId xmlns:a16="http://schemas.microsoft.com/office/drawing/2014/main" id="{A858F6A7-0B30-634A-AB04-2846C73E02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72" name="Rectangle 982">
                    <a:extLst>
                      <a:ext uri="{FF2B5EF4-FFF2-40B4-BE49-F238E27FC236}">
                        <a16:creationId xmlns:a16="http://schemas.microsoft.com/office/drawing/2014/main" id="{A884C742-05FC-D449-B87E-20D6EB1BF6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6" name="Group 1110">
                <a:extLst>
                  <a:ext uri="{FF2B5EF4-FFF2-40B4-BE49-F238E27FC236}">
                    <a16:creationId xmlns:a16="http://schemas.microsoft.com/office/drawing/2014/main" id="{7748FFC1-6505-D84E-8A46-6E17651657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68038" y="3829780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213" name="Picture 3">
                  <a:extLst>
                    <a:ext uri="{FF2B5EF4-FFF2-40B4-BE49-F238E27FC236}">
                      <a16:creationId xmlns:a16="http://schemas.microsoft.com/office/drawing/2014/main" id="{ABC25986-660B-5847-9BBD-97EA30CB5C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214" name="Group 950">
                  <a:extLst>
                    <a:ext uri="{FF2B5EF4-FFF2-40B4-BE49-F238E27FC236}">
                      <a16:creationId xmlns:a16="http://schemas.microsoft.com/office/drawing/2014/main" id="{09ADFF19-D42B-274E-B947-2C947C83CD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215" name="Freeform 951">
                    <a:extLst>
                      <a:ext uri="{FF2B5EF4-FFF2-40B4-BE49-F238E27FC236}">
                        <a16:creationId xmlns:a16="http://schemas.microsoft.com/office/drawing/2014/main" id="{F6F1BBF9-CEB3-B044-A2A9-F8FA8C3CCE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16" name="Rectangle 952">
                    <a:extLst>
                      <a:ext uri="{FF2B5EF4-FFF2-40B4-BE49-F238E27FC236}">
                        <a16:creationId xmlns:a16="http://schemas.microsoft.com/office/drawing/2014/main" id="{09112957-C741-3442-BBDD-D1D4AFE556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17" name="Freeform 953">
                    <a:extLst>
                      <a:ext uri="{FF2B5EF4-FFF2-40B4-BE49-F238E27FC236}">
                        <a16:creationId xmlns:a16="http://schemas.microsoft.com/office/drawing/2014/main" id="{948A7F61-6A49-B84E-8FE3-C2913BC08D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18" name="Freeform 954">
                    <a:extLst>
                      <a:ext uri="{FF2B5EF4-FFF2-40B4-BE49-F238E27FC236}">
                        <a16:creationId xmlns:a16="http://schemas.microsoft.com/office/drawing/2014/main" id="{11F797E0-1F9F-0248-B693-00BED7B54B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19" name="Rectangle 955">
                    <a:extLst>
                      <a:ext uri="{FF2B5EF4-FFF2-40B4-BE49-F238E27FC236}">
                        <a16:creationId xmlns:a16="http://schemas.microsoft.com/office/drawing/2014/main" id="{BF7037DF-06D3-C448-981B-3FA7E3F2F4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20" name="Group 956">
                    <a:extLst>
                      <a:ext uri="{FF2B5EF4-FFF2-40B4-BE49-F238E27FC236}">
                        <a16:creationId xmlns:a16="http://schemas.microsoft.com/office/drawing/2014/main" id="{320F532F-1FD5-324C-965F-509FBF3D800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245" name="AutoShape 957">
                      <a:extLst>
                        <a:ext uri="{FF2B5EF4-FFF2-40B4-BE49-F238E27FC236}">
                          <a16:creationId xmlns:a16="http://schemas.microsoft.com/office/drawing/2014/main" id="{5B4E4266-75AA-C346-9D72-3EC64F7BCC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46" name="AutoShape 958">
                      <a:extLst>
                        <a:ext uri="{FF2B5EF4-FFF2-40B4-BE49-F238E27FC236}">
                          <a16:creationId xmlns:a16="http://schemas.microsoft.com/office/drawing/2014/main" id="{5C2A8678-470A-D14D-8326-54A99A2793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21" name="Rectangle 959">
                    <a:extLst>
                      <a:ext uri="{FF2B5EF4-FFF2-40B4-BE49-F238E27FC236}">
                        <a16:creationId xmlns:a16="http://schemas.microsoft.com/office/drawing/2014/main" id="{C7E6DF36-E2BA-EB40-ABAB-B9988840CF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22" name="Group 960">
                    <a:extLst>
                      <a:ext uri="{FF2B5EF4-FFF2-40B4-BE49-F238E27FC236}">
                        <a16:creationId xmlns:a16="http://schemas.microsoft.com/office/drawing/2014/main" id="{27E13843-ADCA-B941-8223-B780FF090BB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243" name="AutoShape 961">
                      <a:extLst>
                        <a:ext uri="{FF2B5EF4-FFF2-40B4-BE49-F238E27FC236}">
                          <a16:creationId xmlns:a16="http://schemas.microsoft.com/office/drawing/2014/main" id="{3A88802A-218E-6A43-8006-F9DFD9473E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44" name="AutoShape 962">
                      <a:extLst>
                        <a:ext uri="{FF2B5EF4-FFF2-40B4-BE49-F238E27FC236}">
                          <a16:creationId xmlns:a16="http://schemas.microsoft.com/office/drawing/2014/main" id="{E3BC9762-8582-B543-A290-B7E012B3DE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23" name="Rectangle 963">
                    <a:extLst>
                      <a:ext uri="{FF2B5EF4-FFF2-40B4-BE49-F238E27FC236}">
                        <a16:creationId xmlns:a16="http://schemas.microsoft.com/office/drawing/2014/main" id="{18D446BB-3758-B64F-AFB6-C6D63C87DC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24" name="Rectangle 964">
                    <a:extLst>
                      <a:ext uri="{FF2B5EF4-FFF2-40B4-BE49-F238E27FC236}">
                        <a16:creationId xmlns:a16="http://schemas.microsoft.com/office/drawing/2014/main" id="{0D90F07F-4335-1541-9F09-82C67F4CCB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25" name="Group 965">
                    <a:extLst>
                      <a:ext uri="{FF2B5EF4-FFF2-40B4-BE49-F238E27FC236}">
                        <a16:creationId xmlns:a16="http://schemas.microsoft.com/office/drawing/2014/main" id="{2407C1B8-E962-4A46-8C66-95D2FDC2959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241" name="AutoShape 966">
                      <a:extLst>
                        <a:ext uri="{FF2B5EF4-FFF2-40B4-BE49-F238E27FC236}">
                          <a16:creationId xmlns:a16="http://schemas.microsoft.com/office/drawing/2014/main" id="{101187E0-8B6E-0D4C-A9B1-796C031E99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42" name="AutoShape 967">
                      <a:extLst>
                        <a:ext uri="{FF2B5EF4-FFF2-40B4-BE49-F238E27FC236}">
                          <a16:creationId xmlns:a16="http://schemas.microsoft.com/office/drawing/2014/main" id="{69EEDBBF-3734-0D45-818E-E7C9C46F56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26" name="Freeform 968">
                    <a:extLst>
                      <a:ext uri="{FF2B5EF4-FFF2-40B4-BE49-F238E27FC236}">
                        <a16:creationId xmlns:a16="http://schemas.microsoft.com/office/drawing/2014/main" id="{A5530117-CC03-0D49-8D2C-6E0DFC1660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227" name="Group 969">
                    <a:extLst>
                      <a:ext uri="{FF2B5EF4-FFF2-40B4-BE49-F238E27FC236}">
                        <a16:creationId xmlns:a16="http://schemas.microsoft.com/office/drawing/2014/main" id="{532C73EC-136D-4241-8A77-C694C3FECE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239" name="AutoShape 970">
                      <a:extLst>
                        <a:ext uri="{FF2B5EF4-FFF2-40B4-BE49-F238E27FC236}">
                          <a16:creationId xmlns:a16="http://schemas.microsoft.com/office/drawing/2014/main" id="{CBB41D50-1420-0049-AC87-B48CAE8A76C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40" name="AutoShape 971">
                      <a:extLst>
                        <a:ext uri="{FF2B5EF4-FFF2-40B4-BE49-F238E27FC236}">
                          <a16:creationId xmlns:a16="http://schemas.microsoft.com/office/drawing/2014/main" id="{5B8A5878-2927-0E43-AE85-BB07D0B0AE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28" name="Rectangle 972">
                    <a:extLst>
                      <a:ext uri="{FF2B5EF4-FFF2-40B4-BE49-F238E27FC236}">
                        <a16:creationId xmlns:a16="http://schemas.microsoft.com/office/drawing/2014/main" id="{8181E321-7960-AD44-B079-E65314895E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29" name="Freeform 973">
                    <a:extLst>
                      <a:ext uri="{FF2B5EF4-FFF2-40B4-BE49-F238E27FC236}">
                        <a16:creationId xmlns:a16="http://schemas.microsoft.com/office/drawing/2014/main" id="{FC8A041C-7EAD-D241-ACC2-EDD4AF353A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30" name="Freeform 974">
                    <a:extLst>
                      <a:ext uri="{FF2B5EF4-FFF2-40B4-BE49-F238E27FC236}">
                        <a16:creationId xmlns:a16="http://schemas.microsoft.com/office/drawing/2014/main" id="{2ACB0CEA-4401-574E-BA0A-F79EED9E9D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31" name="Oval 975">
                    <a:extLst>
                      <a:ext uri="{FF2B5EF4-FFF2-40B4-BE49-F238E27FC236}">
                        <a16:creationId xmlns:a16="http://schemas.microsoft.com/office/drawing/2014/main" id="{E2BD881E-E4C4-7246-9F00-ED506F4A41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2" name="Freeform 976">
                    <a:extLst>
                      <a:ext uri="{FF2B5EF4-FFF2-40B4-BE49-F238E27FC236}">
                        <a16:creationId xmlns:a16="http://schemas.microsoft.com/office/drawing/2014/main" id="{BF653734-CBF6-C84D-84D3-9D1F48894C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33" name="AutoShape 977">
                    <a:extLst>
                      <a:ext uri="{FF2B5EF4-FFF2-40B4-BE49-F238E27FC236}">
                        <a16:creationId xmlns:a16="http://schemas.microsoft.com/office/drawing/2014/main" id="{83BF0E8E-08CF-AE46-8057-3595A68B41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4" name="AutoShape 978">
                    <a:extLst>
                      <a:ext uri="{FF2B5EF4-FFF2-40B4-BE49-F238E27FC236}">
                        <a16:creationId xmlns:a16="http://schemas.microsoft.com/office/drawing/2014/main" id="{2F6CACC1-3107-5E44-9CE0-423267340A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5" name="Oval 979">
                    <a:extLst>
                      <a:ext uri="{FF2B5EF4-FFF2-40B4-BE49-F238E27FC236}">
                        <a16:creationId xmlns:a16="http://schemas.microsoft.com/office/drawing/2014/main" id="{DFFDE8C5-5C88-8249-98E5-7A9EA610E3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6" name="Oval 980">
                    <a:extLst>
                      <a:ext uri="{FF2B5EF4-FFF2-40B4-BE49-F238E27FC236}">
                        <a16:creationId xmlns:a16="http://schemas.microsoft.com/office/drawing/2014/main" id="{AB2A1091-EBDE-2745-871F-8ED6CA4CB0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7" name="Oval 981">
                    <a:extLst>
                      <a:ext uri="{FF2B5EF4-FFF2-40B4-BE49-F238E27FC236}">
                        <a16:creationId xmlns:a16="http://schemas.microsoft.com/office/drawing/2014/main" id="{D14EED52-EE51-384D-967B-FFDDF7702B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8" name="Rectangle 982">
                    <a:extLst>
                      <a:ext uri="{FF2B5EF4-FFF2-40B4-BE49-F238E27FC236}">
                        <a16:creationId xmlns:a16="http://schemas.microsoft.com/office/drawing/2014/main" id="{1A064D30-C18C-FD48-90BD-D0AC9F8C68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7" name="Group 1111">
                <a:extLst>
                  <a:ext uri="{FF2B5EF4-FFF2-40B4-BE49-F238E27FC236}">
                    <a16:creationId xmlns:a16="http://schemas.microsoft.com/office/drawing/2014/main" id="{63688B10-3CA2-0C4C-AC5F-5ED1010902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2838" y="563006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179" name="Picture 3">
                  <a:extLst>
                    <a:ext uri="{FF2B5EF4-FFF2-40B4-BE49-F238E27FC236}">
                      <a16:creationId xmlns:a16="http://schemas.microsoft.com/office/drawing/2014/main" id="{132988F5-D98C-964E-A693-F53D6AC3AF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180" name="Group 950">
                  <a:extLst>
                    <a:ext uri="{FF2B5EF4-FFF2-40B4-BE49-F238E27FC236}">
                      <a16:creationId xmlns:a16="http://schemas.microsoft.com/office/drawing/2014/main" id="{586CC089-82D3-9A44-A61E-3BF74CC99D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181" name="Freeform 951">
                    <a:extLst>
                      <a:ext uri="{FF2B5EF4-FFF2-40B4-BE49-F238E27FC236}">
                        <a16:creationId xmlns:a16="http://schemas.microsoft.com/office/drawing/2014/main" id="{735BC969-3DA1-8343-9917-D0C4A886E9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82" name="Rectangle 952">
                    <a:extLst>
                      <a:ext uri="{FF2B5EF4-FFF2-40B4-BE49-F238E27FC236}">
                        <a16:creationId xmlns:a16="http://schemas.microsoft.com/office/drawing/2014/main" id="{7DF346B4-1DC1-9E48-8B4C-8A9C5671F0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183" name="Freeform 953">
                    <a:extLst>
                      <a:ext uri="{FF2B5EF4-FFF2-40B4-BE49-F238E27FC236}">
                        <a16:creationId xmlns:a16="http://schemas.microsoft.com/office/drawing/2014/main" id="{42E93B7C-838D-DE47-A309-84BDEEDEB6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84" name="Freeform 954">
                    <a:extLst>
                      <a:ext uri="{FF2B5EF4-FFF2-40B4-BE49-F238E27FC236}">
                        <a16:creationId xmlns:a16="http://schemas.microsoft.com/office/drawing/2014/main" id="{C91B187A-F69A-934B-96EC-9CB2356695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85" name="Rectangle 955">
                    <a:extLst>
                      <a:ext uri="{FF2B5EF4-FFF2-40B4-BE49-F238E27FC236}">
                        <a16:creationId xmlns:a16="http://schemas.microsoft.com/office/drawing/2014/main" id="{7D54F33E-54A3-3747-A2F2-0DF233A6F5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186" name="Group 956">
                    <a:extLst>
                      <a:ext uri="{FF2B5EF4-FFF2-40B4-BE49-F238E27FC236}">
                        <a16:creationId xmlns:a16="http://schemas.microsoft.com/office/drawing/2014/main" id="{E25BCAF3-8B48-F44F-B38A-00BFDDE0E5A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211" name="AutoShape 957">
                      <a:extLst>
                        <a:ext uri="{FF2B5EF4-FFF2-40B4-BE49-F238E27FC236}">
                          <a16:creationId xmlns:a16="http://schemas.microsoft.com/office/drawing/2014/main" id="{EAA3E11F-E9E6-7F47-B84A-569C5EFFB4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12" name="AutoShape 958">
                      <a:extLst>
                        <a:ext uri="{FF2B5EF4-FFF2-40B4-BE49-F238E27FC236}">
                          <a16:creationId xmlns:a16="http://schemas.microsoft.com/office/drawing/2014/main" id="{3424F322-3055-9748-A32E-3A4C8AD6B6A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87" name="Rectangle 959">
                    <a:extLst>
                      <a:ext uri="{FF2B5EF4-FFF2-40B4-BE49-F238E27FC236}">
                        <a16:creationId xmlns:a16="http://schemas.microsoft.com/office/drawing/2014/main" id="{3BE15F0A-93E1-104C-8671-F23F447BD6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188" name="Group 960">
                    <a:extLst>
                      <a:ext uri="{FF2B5EF4-FFF2-40B4-BE49-F238E27FC236}">
                        <a16:creationId xmlns:a16="http://schemas.microsoft.com/office/drawing/2014/main" id="{A783FCB0-DD9C-E043-A9BE-DE3BA81EE40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209" name="AutoShape 961">
                      <a:extLst>
                        <a:ext uri="{FF2B5EF4-FFF2-40B4-BE49-F238E27FC236}">
                          <a16:creationId xmlns:a16="http://schemas.microsoft.com/office/drawing/2014/main" id="{9BFDA089-AD73-5C4E-8637-F85428CB4BC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10" name="AutoShape 962">
                      <a:extLst>
                        <a:ext uri="{FF2B5EF4-FFF2-40B4-BE49-F238E27FC236}">
                          <a16:creationId xmlns:a16="http://schemas.microsoft.com/office/drawing/2014/main" id="{022F2AF4-C3ED-A34D-BF89-32D8E4B29C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89" name="Rectangle 963">
                    <a:extLst>
                      <a:ext uri="{FF2B5EF4-FFF2-40B4-BE49-F238E27FC236}">
                        <a16:creationId xmlns:a16="http://schemas.microsoft.com/office/drawing/2014/main" id="{53EB4C46-F9E2-2949-8E19-5915942260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190" name="Rectangle 964">
                    <a:extLst>
                      <a:ext uri="{FF2B5EF4-FFF2-40B4-BE49-F238E27FC236}">
                        <a16:creationId xmlns:a16="http://schemas.microsoft.com/office/drawing/2014/main" id="{40B67C1C-F7A7-C34D-A50E-7B7A644787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191" name="Group 965">
                    <a:extLst>
                      <a:ext uri="{FF2B5EF4-FFF2-40B4-BE49-F238E27FC236}">
                        <a16:creationId xmlns:a16="http://schemas.microsoft.com/office/drawing/2014/main" id="{D11D60DC-5FDB-EB4A-B6B0-53EB69C690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207" name="AutoShape 966">
                      <a:extLst>
                        <a:ext uri="{FF2B5EF4-FFF2-40B4-BE49-F238E27FC236}">
                          <a16:creationId xmlns:a16="http://schemas.microsoft.com/office/drawing/2014/main" id="{39F66139-0570-A64A-B903-3E36DEEDD85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08" name="AutoShape 967">
                      <a:extLst>
                        <a:ext uri="{FF2B5EF4-FFF2-40B4-BE49-F238E27FC236}">
                          <a16:creationId xmlns:a16="http://schemas.microsoft.com/office/drawing/2014/main" id="{12F74A89-FB2F-644A-8EB0-4EFD2315F3F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92" name="Freeform 968">
                    <a:extLst>
                      <a:ext uri="{FF2B5EF4-FFF2-40B4-BE49-F238E27FC236}">
                        <a16:creationId xmlns:a16="http://schemas.microsoft.com/office/drawing/2014/main" id="{0FBA322F-0E08-4543-92E2-49872882FE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193" name="Group 969">
                    <a:extLst>
                      <a:ext uri="{FF2B5EF4-FFF2-40B4-BE49-F238E27FC236}">
                        <a16:creationId xmlns:a16="http://schemas.microsoft.com/office/drawing/2014/main" id="{22727495-0D9C-9D4B-B500-20A9C656C19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205" name="AutoShape 970">
                      <a:extLst>
                        <a:ext uri="{FF2B5EF4-FFF2-40B4-BE49-F238E27FC236}">
                          <a16:creationId xmlns:a16="http://schemas.microsoft.com/office/drawing/2014/main" id="{F6C374DA-8DDA-D241-8C36-76384B99E5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06" name="AutoShape 971">
                      <a:extLst>
                        <a:ext uri="{FF2B5EF4-FFF2-40B4-BE49-F238E27FC236}">
                          <a16:creationId xmlns:a16="http://schemas.microsoft.com/office/drawing/2014/main" id="{6606F760-8794-F14F-B69C-88C19D6630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94" name="Rectangle 972">
                    <a:extLst>
                      <a:ext uri="{FF2B5EF4-FFF2-40B4-BE49-F238E27FC236}">
                        <a16:creationId xmlns:a16="http://schemas.microsoft.com/office/drawing/2014/main" id="{8B5209F5-0805-1E4B-BB7D-AF2A65A1B1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195" name="Freeform 973">
                    <a:extLst>
                      <a:ext uri="{FF2B5EF4-FFF2-40B4-BE49-F238E27FC236}">
                        <a16:creationId xmlns:a16="http://schemas.microsoft.com/office/drawing/2014/main" id="{6FE19D70-F2B7-E046-8A9D-89EB8A576F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96" name="Freeform 974">
                    <a:extLst>
                      <a:ext uri="{FF2B5EF4-FFF2-40B4-BE49-F238E27FC236}">
                        <a16:creationId xmlns:a16="http://schemas.microsoft.com/office/drawing/2014/main" id="{9F039815-24B8-0F47-B17E-E8DA8E1413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97" name="Oval 975">
                    <a:extLst>
                      <a:ext uri="{FF2B5EF4-FFF2-40B4-BE49-F238E27FC236}">
                        <a16:creationId xmlns:a16="http://schemas.microsoft.com/office/drawing/2014/main" id="{DBE12ABE-7884-C14B-B6EF-9986B9699F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198" name="Freeform 976">
                    <a:extLst>
                      <a:ext uri="{FF2B5EF4-FFF2-40B4-BE49-F238E27FC236}">
                        <a16:creationId xmlns:a16="http://schemas.microsoft.com/office/drawing/2014/main" id="{693D7F73-DD2C-E74A-B9EF-4B3BE24656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99" name="AutoShape 977">
                    <a:extLst>
                      <a:ext uri="{FF2B5EF4-FFF2-40B4-BE49-F238E27FC236}">
                        <a16:creationId xmlns:a16="http://schemas.microsoft.com/office/drawing/2014/main" id="{A59830E7-CF51-584A-B0B9-FDD9E66B5C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0" name="AutoShape 978">
                    <a:extLst>
                      <a:ext uri="{FF2B5EF4-FFF2-40B4-BE49-F238E27FC236}">
                        <a16:creationId xmlns:a16="http://schemas.microsoft.com/office/drawing/2014/main" id="{CF4E38DF-02D7-4941-9B02-C6CDB64009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1" name="Oval 979">
                    <a:extLst>
                      <a:ext uri="{FF2B5EF4-FFF2-40B4-BE49-F238E27FC236}">
                        <a16:creationId xmlns:a16="http://schemas.microsoft.com/office/drawing/2014/main" id="{59495E51-586A-C34D-89B7-AEA0D72D46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2" name="Oval 980">
                    <a:extLst>
                      <a:ext uri="{FF2B5EF4-FFF2-40B4-BE49-F238E27FC236}">
                        <a16:creationId xmlns:a16="http://schemas.microsoft.com/office/drawing/2014/main" id="{20C8E197-143F-5345-AEF8-54327DCA1F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3" name="Oval 981">
                    <a:extLst>
                      <a:ext uri="{FF2B5EF4-FFF2-40B4-BE49-F238E27FC236}">
                        <a16:creationId xmlns:a16="http://schemas.microsoft.com/office/drawing/2014/main" id="{5E9B1C72-A47D-B74A-9E0A-78BB6D7F36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4" name="Rectangle 982">
                    <a:extLst>
                      <a:ext uri="{FF2B5EF4-FFF2-40B4-BE49-F238E27FC236}">
                        <a16:creationId xmlns:a16="http://schemas.microsoft.com/office/drawing/2014/main" id="{7B16A707-B72C-7E4C-81A5-597858293B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8" name="Group 1115">
                <a:extLst>
                  <a:ext uri="{FF2B5EF4-FFF2-40B4-BE49-F238E27FC236}">
                    <a16:creationId xmlns:a16="http://schemas.microsoft.com/office/drawing/2014/main" id="{501AC210-7162-A14B-B03B-E46C8F9FA7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7615" y="4368892"/>
                <a:ext cx="990551" cy="731635"/>
                <a:chOff x="7707615" y="4368892"/>
                <a:chExt cx="990551" cy="731635"/>
              </a:xfrm>
            </p:grpSpPr>
            <p:pic>
              <p:nvPicPr>
                <p:cNvPr id="214079" name="Picture 1159">
                  <a:extLst>
                    <a:ext uri="{FF2B5EF4-FFF2-40B4-BE49-F238E27FC236}">
                      <a16:creationId xmlns:a16="http://schemas.microsoft.com/office/drawing/2014/main" id="{3EEA3963-4E11-E242-A3D8-6FF58800B9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71833" y="4640202"/>
                  <a:ext cx="822008" cy="460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14080" name="Group 249">
                  <a:extLst>
                    <a:ext uri="{FF2B5EF4-FFF2-40B4-BE49-F238E27FC236}">
                      <a16:creationId xmlns:a16="http://schemas.microsoft.com/office/drawing/2014/main" id="{559CEC6E-1FFA-E24A-8417-DBCCEC6705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07615" y="4368892"/>
                  <a:ext cx="225953" cy="395900"/>
                  <a:chOff x="4140" y="429"/>
                  <a:chExt cx="1425" cy="2396"/>
                </a:xfrm>
              </p:grpSpPr>
              <p:sp>
                <p:nvSpPr>
                  <p:cNvPr id="214147" name="Freeform 250">
                    <a:extLst>
                      <a:ext uri="{FF2B5EF4-FFF2-40B4-BE49-F238E27FC236}">
                        <a16:creationId xmlns:a16="http://schemas.microsoft.com/office/drawing/2014/main" id="{32FA948E-BFDC-B344-900D-B39BB398DA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9 w 354"/>
                      <a:gd name="T1" fmla="*/ 0 h 2742"/>
                      <a:gd name="T2" fmla="*/ 47 w 354"/>
                      <a:gd name="T3" fmla="*/ 66 h 2742"/>
                      <a:gd name="T4" fmla="*/ 46 w 354"/>
                      <a:gd name="T5" fmla="*/ 510 h 2742"/>
                      <a:gd name="T6" fmla="*/ 0 w 354"/>
                      <a:gd name="T7" fmla="*/ 534 h 2742"/>
                      <a:gd name="T8" fmla="*/ 9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9" name="Rectangle 251">
                    <a:extLst>
                      <a:ext uri="{FF2B5EF4-FFF2-40B4-BE49-F238E27FC236}">
                        <a16:creationId xmlns:a16="http://schemas.microsoft.com/office/drawing/2014/main" id="{4FCCA3B9-9C41-D24C-ABFE-36C6E3EF2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4" y="433"/>
                    <a:ext cx="1051" cy="227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49" name="Freeform 252">
                    <a:extLst>
                      <a:ext uri="{FF2B5EF4-FFF2-40B4-BE49-F238E27FC236}">
                        <a16:creationId xmlns:a16="http://schemas.microsoft.com/office/drawing/2014/main" id="{0E66DCD0-CA20-9449-8805-8E4E75E914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29 w 211"/>
                      <a:gd name="T3" fmla="*/ 43 h 2537"/>
                      <a:gd name="T4" fmla="*/ 2 w 211"/>
                      <a:gd name="T5" fmla="*/ 48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50" name="Freeform 253">
                    <a:extLst>
                      <a:ext uri="{FF2B5EF4-FFF2-40B4-BE49-F238E27FC236}">
                        <a16:creationId xmlns:a16="http://schemas.microsoft.com/office/drawing/2014/main" id="{552E8F95-7D3D-484E-A134-00B9CE9C93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5 h 226"/>
                      <a:gd name="T4" fmla="*/ 45 w 328"/>
                      <a:gd name="T5" fmla="*/ 45 h 226"/>
                      <a:gd name="T6" fmla="*/ 0 w 328"/>
                      <a:gd name="T7" fmla="*/ 19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32" name="Rectangle 254">
                    <a:extLst>
                      <a:ext uri="{FF2B5EF4-FFF2-40B4-BE49-F238E27FC236}">
                        <a16:creationId xmlns:a16="http://schemas.microsoft.com/office/drawing/2014/main" id="{6C418519-1151-E347-A6E2-34F8090973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4" y="692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52" name="Group 255">
                    <a:extLst>
                      <a:ext uri="{FF2B5EF4-FFF2-40B4-BE49-F238E27FC236}">
                        <a16:creationId xmlns:a16="http://schemas.microsoft.com/office/drawing/2014/main" id="{B8D238DD-2FFA-2543-83C3-50D63420FD6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258" name="AutoShape 256">
                      <a:extLst>
                        <a:ext uri="{FF2B5EF4-FFF2-40B4-BE49-F238E27FC236}">
                          <a16:creationId xmlns:a16="http://schemas.microsoft.com/office/drawing/2014/main" id="{0E9DD485-9924-C24F-BF12-406FB2731D0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46" y="2591"/>
                      <a:ext cx="725" cy="12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59" name="AutoShape 257">
                      <a:extLst>
                        <a:ext uri="{FF2B5EF4-FFF2-40B4-BE49-F238E27FC236}">
                          <a16:creationId xmlns:a16="http://schemas.microsoft.com/office/drawing/2014/main" id="{A6F81680-4F96-A241-AB5A-DD079EBF4A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9" y="2591"/>
                      <a:ext cx="700" cy="101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34" name="Rectangle 258">
                    <a:extLst>
                      <a:ext uri="{FF2B5EF4-FFF2-40B4-BE49-F238E27FC236}">
                        <a16:creationId xmlns:a16="http://schemas.microsoft.com/office/drawing/2014/main" id="{909C5B8C-1CD5-DC4E-9EDC-4D57F2F469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1019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54" name="Group 259">
                    <a:extLst>
                      <a:ext uri="{FF2B5EF4-FFF2-40B4-BE49-F238E27FC236}">
                        <a16:creationId xmlns:a16="http://schemas.microsoft.com/office/drawing/2014/main" id="{FEAC3470-AE01-DB49-BFFF-0A595B7C64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256" name="AutoShape 260">
                      <a:extLst>
                        <a:ext uri="{FF2B5EF4-FFF2-40B4-BE49-F238E27FC236}">
                          <a16:creationId xmlns:a16="http://schemas.microsoft.com/office/drawing/2014/main" id="{BB1F31AD-F226-A343-9747-498C2BD918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1" y="2594"/>
                      <a:ext cx="725" cy="14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57" name="AutoShape 261">
                      <a:extLst>
                        <a:ext uri="{FF2B5EF4-FFF2-40B4-BE49-F238E27FC236}">
                          <a16:creationId xmlns:a16="http://schemas.microsoft.com/office/drawing/2014/main" id="{6B06EB69-6CFD-B043-99AC-DA0DC48E6E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4" y="2614"/>
                      <a:ext cx="687" cy="10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36" name="Rectangle 262">
                    <a:extLst>
                      <a:ext uri="{FF2B5EF4-FFF2-40B4-BE49-F238E27FC236}">
                        <a16:creationId xmlns:a16="http://schemas.microsoft.com/office/drawing/2014/main" id="{C309DAA6-4E33-CE47-BD8F-34A00B3F92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1365"/>
                    <a:ext cx="591" cy="3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37" name="Rectangle 263">
                    <a:extLst>
                      <a:ext uri="{FF2B5EF4-FFF2-40B4-BE49-F238E27FC236}">
                        <a16:creationId xmlns:a16="http://schemas.microsoft.com/office/drawing/2014/main" id="{31FE18AD-88FB-7249-A1E2-F59F36B1E9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4" y="1653"/>
                    <a:ext cx="59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57" name="Group 264">
                    <a:extLst>
                      <a:ext uri="{FF2B5EF4-FFF2-40B4-BE49-F238E27FC236}">
                        <a16:creationId xmlns:a16="http://schemas.microsoft.com/office/drawing/2014/main" id="{C781639A-B9E3-1F41-A1F2-2D6BC714369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254" name="AutoShape 265">
                      <a:extLst>
                        <a:ext uri="{FF2B5EF4-FFF2-40B4-BE49-F238E27FC236}">
                          <a16:creationId xmlns:a16="http://schemas.microsoft.com/office/drawing/2014/main" id="{F3B27AEF-462F-714A-925E-CD57B30D2A3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4" y="2592"/>
                      <a:ext cx="711" cy="115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55" name="AutoShape 266">
                      <a:extLst>
                        <a:ext uri="{FF2B5EF4-FFF2-40B4-BE49-F238E27FC236}">
                          <a16:creationId xmlns:a16="http://schemas.microsoft.com/office/drawing/2014/main" id="{3DCA27E7-F791-C542-9A1B-4C168AFF85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6" y="2610"/>
                      <a:ext cx="674" cy="8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58" name="Freeform 267">
                    <a:extLst>
                      <a:ext uri="{FF2B5EF4-FFF2-40B4-BE49-F238E27FC236}">
                        <a16:creationId xmlns:a16="http://schemas.microsoft.com/office/drawing/2014/main" id="{AECDB4C9-5621-594D-AECC-69FC51E6FA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4 h 226"/>
                      <a:gd name="T4" fmla="*/ 45 w 328"/>
                      <a:gd name="T5" fmla="*/ 43 h 226"/>
                      <a:gd name="T6" fmla="*/ 0 w 328"/>
                      <a:gd name="T7" fmla="*/ 1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159" name="Group 268">
                    <a:extLst>
                      <a:ext uri="{FF2B5EF4-FFF2-40B4-BE49-F238E27FC236}">
                        <a16:creationId xmlns:a16="http://schemas.microsoft.com/office/drawing/2014/main" id="{530F28CF-4DEF-CE42-BCA2-AB61FC970C1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252" name="AutoShape 269">
                      <a:extLst>
                        <a:ext uri="{FF2B5EF4-FFF2-40B4-BE49-F238E27FC236}">
                          <a16:creationId xmlns:a16="http://schemas.microsoft.com/office/drawing/2014/main" id="{E3D43DA1-A342-2141-803A-DA7E402157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46" y="2568"/>
                      <a:ext cx="698" cy="16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53" name="AutoShape 270">
                      <a:extLst>
                        <a:ext uri="{FF2B5EF4-FFF2-40B4-BE49-F238E27FC236}">
                          <a16:creationId xmlns:a16="http://schemas.microsoft.com/office/drawing/2014/main" id="{0B518669-996F-A040-AA1A-27FF078C05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9" y="2587"/>
                      <a:ext cx="661" cy="115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41" name="Rectangle 271">
                    <a:extLst>
                      <a:ext uri="{FF2B5EF4-FFF2-40B4-BE49-F238E27FC236}">
                        <a16:creationId xmlns:a16="http://schemas.microsoft.com/office/drawing/2014/main" id="{96F43160-19A6-3545-87F1-FA06C63970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55" y="433"/>
                    <a:ext cx="60" cy="228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61" name="Freeform 272">
                    <a:extLst>
                      <a:ext uri="{FF2B5EF4-FFF2-40B4-BE49-F238E27FC236}">
                        <a16:creationId xmlns:a16="http://schemas.microsoft.com/office/drawing/2014/main" id="{7428AD33-7871-0D4F-8C8D-5C6B9723A2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40 w 296"/>
                      <a:gd name="T3" fmla="*/ 27 h 256"/>
                      <a:gd name="T4" fmla="*/ 40 w 296"/>
                      <a:gd name="T5" fmla="*/ 49 h 256"/>
                      <a:gd name="T6" fmla="*/ 0 w 296"/>
                      <a:gd name="T7" fmla="*/ 18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62" name="Freeform 273">
                    <a:extLst>
                      <a:ext uri="{FF2B5EF4-FFF2-40B4-BE49-F238E27FC236}">
                        <a16:creationId xmlns:a16="http://schemas.microsoft.com/office/drawing/2014/main" id="{CBE613F3-A88D-8D43-AC9A-847B88C8EC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42 w 304"/>
                      <a:gd name="T3" fmla="*/ 32 h 288"/>
                      <a:gd name="T4" fmla="*/ 39 w 304"/>
                      <a:gd name="T5" fmla="*/ 57 h 288"/>
                      <a:gd name="T6" fmla="*/ 2 w 304"/>
                      <a:gd name="T7" fmla="*/ 24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44" name="Oval 274">
                    <a:extLst>
                      <a:ext uri="{FF2B5EF4-FFF2-40B4-BE49-F238E27FC236}">
                        <a16:creationId xmlns:a16="http://schemas.microsoft.com/office/drawing/2014/main" id="{D866BE52-F00D-CE45-88F2-C6143416B4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6" y="2614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64" name="Freeform 275">
                    <a:extLst>
                      <a:ext uri="{FF2B5EF4-FFF2-40B4-BE49-F238E27FC236}">
                        <a16:creationId xmlns:a16="http://schemas.microsoft.com/office/drawing/2014/main" id="{F99F046E-BDF2-CB4B-A95C-91E1BB5C68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21 h 240"/>
                      <a:gd name="T2" fmla="*/ 2 w 306"/>
                      <a:gd name="T3" fmla="*/ 48 h 240"/>
                      <a:gd name="T4" fmla="*/ 42 w 306"/>
                      <a:gd name="T5" fmla="*/ 22 h 240"/>
                      <a:gd name="T6" fmla="*/ 40 w 306"/>
                      <a:gd name="T7" fmla="*/ 0 h 240"/>
                      <a:gd name="T8" fmla="*/ 0 w 306"/>
                      <a:gd name="T9" fmla="*/ 21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46" name="AutoShape 276">
                    <a:extLst>
                      <a:ext uri="{FF2B5EF4-FFF2-40B4-BE49-F238E27FC236}">
                        <a16:creationId xmlns:a16="http://schemas.microsoft.com/office/drawing/2014/main" id="{CBEBD2C6-CFED-CB4F-BC79-868C395F7F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4" y="2681"/>
                    <a:ext cx="1202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47" name="AutoShape 277">
                    <a:extLst>
                      <a:ext uri="{FF2B5EF4-FFF2-40B4-BE49-F238E27FC236}">
                        <a16:creationId xmlns:a16="http://schemas.microsoft.com/office/drawing/2014/main" id="{A37F0F82-C20D-E844-B043-F3B6AB4529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4" y="2710"/>
                    <a:ext cx="1071" cy="8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48" name="Oval 278">
                    <a:extLst>
                      <a:ext uri="{FF2B5EF4-FFF2-40B4-BE49-F238E27FC236}">
                        <a16:creationId xmlns:a16="http://schemas.microsoft.com/office/drawing/2014/main" id="{866EC59D-6138-6449-9AC8-0E4557B2BF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14" y="2383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49" name="Oval 279">
                    <a:extLst>
                      <a:ext uri="{FF2B5EF4-FFF2-40B4-BE49-F238E27FC236}">
                        <a16:creationId xmlns:a16="http://schemas.microsoft.com/office/drawing/2014/main" id="{B51FB6EE-FDF7-6241-A083-5351AB12DE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5" y="2383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50" name="Oval 280">
                    <a:extLst>
                      <a:ext uri="{FF2B5EF4-FFF2-40B4-BE49-F238E27FC236}">
                        <a16:creationId xmlns:a16="http://schemas.microsoft.com/office/drawing/2014/main" id="{89A59A8D-6CEC-464D-9BD7-09E40E8639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65" y="2383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51" name="Rectangle 281">
                    <a:extLst>
                      <a:ext uri="{FF2B5EF4-FFF2-40B4-BE49-F238E27FC236}">
                        <a16:creationId xmlns:a16="http://schemas.microsoft.com/office/drawing/2014/main" id="{F0E1C006-B779-004D-B275-AD7CC5F63B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5" y="1836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214081" name="Group 249">
                  <a:extLst>
                    <a:ext uri="{FF2B5EF4-FFF2-40B4-BE49-F238E27FC236}">
                      <a16:creationId xmlns:a16="http://schemas.microsoft.com/office/drawing/2014/main" id="{4BE2179E-774D-C843-8DB9-3E128788B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39866" y="4369199"/>
                  <a:ext cx="225953" cy="395900"/>
                  <a:chOff x="4140" y="429"/>
                  <a:chExt cx="1425" cy="2396"/>
                </a:xfrm>
              </p:grpSpPr>
              <p:sp>
                <p:nvSpPr>
                  <p:cNvPr id="214115" name="Freeform 250">
                    <a:extLst>
                      <a:ext uri="{FF2B5EF4-FFF2-40B4-BE49-F238E27FC236}">
                        <a16:creationId xmlns:a16="http://schemas.microsoft.com/office/drawing/2014/main" id="{E86DD0C5-E60F-9A40-83F4-23079F91A7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9 w 354"/>
                      <a:gd name="T1" fmla="*/ 0 h 2742"/>
                      <a:gd name="T2" fmla="*/ 47 w 354"/>
                      <a:gd name="T3" fmla="*/ 66 h 2742"/>
                      <a:gd name="T4" fmla="*/ 46 w 354"/>
                      <a:gd name="T5" fmla="*/ 510 h 2742"/>
                      <a:gd name="T6" fmla="*/ 0 w 354"/>
                      <a:gd name="T7" fmla="*/ 534 h 2742"/>
                      <a:gd name="T8" fmla="*/ 9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7" name="Rectangle 251">
                    <a:extLst>
                      <a:ext uri="{FF2B5EF4-FFF2-40B4-BE49-F238E27FC236}">
                        <a16:creationId xmlns:a16="http://schemas.microsoft.com/office/drawing/2014/main" id="{031F551E-F66E-DC4F-BB0F-BDFD2A9862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7" y="431"/>
                    <a:ext cx="1051" cy="2306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17" name="Freeform 252">
                    <a:extLst>
                      <a:ext uri="{FF2B5EF4-FFF2-40B4-BE49-F238E27FC236}">
                        <a16:creationId xmlns:a16="http://schemas.microsoft.com/office/drawing/2014/main" id="{1F094852-FE6A-254E-AE59-F164949D4A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29 w 211"/>
                      <a:gd name="T3" fmla="*/ 43 h 2537"/>
                      <a:gd name="T4" fmla="*/ 2 w 211"/>
                      <a:gd name="T5" fmla="*/ 48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18" name="Freeform 253">
                    <a:extLst>
                      <a:ext uri="{FF2B5EF4-FFF2-40B4-BE49-F238E27FC236}">
                        <a16:creationId xmlns:a16="http://schemas.microsoft.com/office/drawing/2014/main" id="{3822EE13-4CE8-5A4B-98E2-B96B4A93D3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5 h 226"/>
                      <a:gd name="T4" fmla="*/ 45 w 328"/>
                      <a:gd name="T5" fmla="*/ 45 h 226"/>
                      <a:gd name="T6" fmla="*/ 0 w 328"/>
                      <a:gd name="T7" fmla="*/ 19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0" name="Rectangle 254">
                    <a:extLst>
                      <a:ext uri="{FF2B5EF4-FFF2-40B4-BE49-F238E27FC236}">
                        <a16:creationId xmlns:a16="http://schemas.microsoft.com/office/drawing/2014/main" id="{6FBE4BF3-9A08-A740-B0C7-5B153A1D20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7" y="700"/>
                    <a:ext cx="601" cy="3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20" name="Group 255">
                    <a:extLst>
                      <a:ext uri="{FF2B5EF4-FFF2-40B4-BE49-F238E27FC236}">
                        <a16:creationId xmlns:a16="http://schemas.microsoft.com/office/drawing/2014/main" id="{A6B07E4C-BDA4-6642-AD5B-6D4DA9F720F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226" name="AutoShape 256">
                      <a:extLst>
                        <a:ext uri="{FF2B5EF4-FFF2-40B4-BE49-F238E27FC236}">
                          <a16:creationId xmlns:a16="http://schemas.microsoft.com/office/drawing/2014/main" id="{3B0846A9-93AE-0645-B4F6-DB72AF66C3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2" y="2571"/>
                      <a:ext cx="725" cy="13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27" name="AutoShape 257">
                      <a:extLst>
                        <a:ext uri="{FF2B5EF4-FFF2-40B4-BE49-F238E27FC236}">
                          <a16:creationId xmlns:a16="http://schemas.microsoft.com/office/drawing/2014/main" id="{CFA1723B-8474-2146-8074-8959E0A1E69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90"/>
                      <a:ext cx="700" cy="101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02" name="Rectangle 258">
                    <a:extLst>
                      <a:ext uri="{FF2B5EF4-FFF2-40B4-BE49-F238E27FC236}">
                        <a16:creationId xmlns:a16="http://schemas.microsoft.com/office/drawing/2014/main" id="{4282B151-2830-FD44-B601-645CB35CE8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7" y="1027"/>
                    <a:ext cx="591" cy="3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22" name="Group 259">
                    <a:extLst>
                      <a:ext uri="{FF2B5EF4-FFF2-40B4-BE49-F238E27FC236}">
                        <a16:creationId xmlns:a16="http://schemas.microsoft.com/office/drawing/2014/main" id="{DF984A29-56B5-3740-8843-115A75B2B37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224" name="AutoShape 260">
                      <a:extLst>
                        <a:ext uri="{FF2B5EF4-FFF2-40B4-BE49-F238E27FC236}">
                          <a16:creationId xmlns:a16="http://schemas.microsoft.com/office/drawing/2014/main" id="{1687555E-AB34-AE42-8C5B-D8AC6B95F4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72"/>
                      <a:ext cx="725" cy="14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25" name="AutoShape 261">
                      <a:extLst>
                        <a:ext uri="{FF2B5EF4-FFF2-40B4-BE49-F238E27FC236}">
                          <a16:creationId xmlns:a16="http://schemas.microsoft.com/office/drawing/2014/main" id="{B24778EA-690F-FF4C-9E9B-C5A20C24F1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7" y="2592"/>
                      <a:ext cx="687" cy="10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04" name="Rectangle 262">
                    <a:extLst>
                      <a:ext uri="{FF2B5EF4-FFF2-40B4-BE49-F238E27FC236}">
                        <a16:creationId xmlns:a16="http://schemas.microsoft.com/office/drawing/2014/main" id="{29162181-8D2E-B74D-8CCB-341B37800D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7" y="1363"/>
                    <a:ext cx="59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05" name="Rectangle 263">
                    <a:extLst>
                      <a:ext uri="{FF2B5EF4-FFF2-40B4-BE49-F238E27FC236}">
                        <a16:creationId xmlns:a16="http://schemas.microsoft.com/office/drawing/2014/main" id="{7DAC4204-B998-5846-9361-BEC74A4ED9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7" y="1680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25" name="Group 264">
                    <a:extLst>
                      <a:ext uri="{FF2B5EF4-FFF2-40B4-BE49-F238E27FC236}">
                        <a16:creationId xmlns:a16="http://schemas.microsoft.com/office/drawing/2014/main" id="{8960A9DC-1384-A341-AA27-6244E92FAA3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222" name="AutoShape 265">
                      <a:extLst>
                        <a:ext uri="{FF2B5EF4-FFF2-40B4-BE49-F238E27FC236}">
                          <a16:creationId xmlns:a16="http://schemas.microsoft.com/office/drawing/2014/main" id="{1F4C2369-6F06-2547-B950-141A88740F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7" y="2590"/>
                      <a:ext cx="711" cy="14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23" name="AutoShape 266">
                      <a:extLst>
                        <a:ext uri="{FF2B5EF4-FFF2-40B4-BE49-F238E27FC236}">
                          <a16:creationId xmlns:a16="http://schemas.microsoft.com/office/drawing/2014/main" id="{7FF4A2E6-E067-B040-A699-B7CC4626EE9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608"/>
                      <a:ext cx="674" cy="106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26" name="Freeform 267">
                    <a:extLst>
                      <a:ext uri="{FF2B5EF4-FFF2-40B4-BE49-F238E27FC236}">
                        <a16:creationId xmlns:a16="http://schemas.microsoft.com/office/drawing/2014/main" id="{CD1E835B-6445-8346-AE6F-D742395355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4 h 226"/>
                      <a:gd name="T4" fmla="*/ 45 w 328"/>
                      <a:gd name="T5" fmla="*/ 43 h 226"/>
                      <a:gd name="T6" fmla="*/ 0 w 328"/>
                      <a:gd name="T7" fmla="*/ 1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127" name="Group 268">
                    <a:extLst>
                      <a:ext uri="{FF2B5EF4-FFF2-40B4-BE49-F238E27FC236}">
                        <a16:creationId xmlns:a16="http://schemas.microsoft.com/office/drawing/2014/main" id="{8CC7DE98-AE7C-5C48-AE5D-A9CDE7184FB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220" name="AutoShape 269">
                      <a:extLst>
                        <a:ext uri="{FF2B5EF4-FFF2-40B4-BE49-F238E27FC236}">
                          <a16:creationId xmlns:a16="http://schemas.microsoft.com/office/drawing/2014/main" id="{2E01CD59-F244-1543-9F18-F6F83D4700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2" y="2595"/>
                      <a:ext cx="761" cy="115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21" name="AutoShape 270">
                      <a:extLst>
                        <a:ext uri="{FF2B5EF4-FFF2-40B4-BE49-F238E27FC236}">
                          <a16:creationId xmlns:a16="http://schemas.microsoft.com/office/drawing/2014/main" id="{95EBD9EB-B559-864E-B0CD-06C5E74717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614"/>
                      <a:ext cx="723" cy="86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09" name="Rectangle 271">
                    <a:extLst>
                      <a:ext uri="{FF2B5EF4-FFF2-40B4-BE49-F238E27FC236}">
                        <a16:creationId xmlns:a16="http://schemas.microsoft.com/office/drawing/2014/main" id="{CC8EC1D3-7D4E-0E4C-BA22-FEDB4E9DDD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8" y="431"/>
                    <a:ext cx="70" cy="231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29" name="Freeform 272">
                    <a:extLst>
                      <a:ext uri="{FF2B5EF4-FFF2-40B4-BE49-F238E27FC236}">
                        <a16:creationId xmlns:a16="http://schemas.microsoft.com/office/drawing/2014/main" id="{8CEEC237-A5BC-7B4F-A4D7-1176BC8B58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40 w 296"/>
                      <a:gd name="T3" fmla="*/ 27 h 256"/>
                      <a:gd name="T4" fmla="*/ 40 w 296"/>
                      <a:gd name="T5" fmla="*/ 49 h 256"/>
                      <a:gd name="T6" fmla="*/ 0 w 296"/>
                      <a:gd name="T7" fmla="*/ 18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30" name="Freeform 273">
                    <a:extLst>
                      <a:ext uri="{FF2B5EF4-FFF2-40B4-BE49-F238E27FC236}">
                        <a16:creationId xmlns:a16="http://schemas.microsoft.com/office/drawing/2014/main" id="{063875F7-09BB-AD48-9393-5191E482E5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42 w 304"/>
                      <a:gd name="T3" fmla="*/ 32 h 288"/>
                      <a:gd name="T4" fmla="*/ 39 w 304"/>
                      <a:gd name="T5" fmla="*/ 57 h 288"/>
                      <a:gd name="T6" fmla="*/ 2 w 304"/>
                      <a:gd name="T7" fmla="*/ 24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2" name="Oval 274">
                    <a:extLst>
                      <a:ext uri="{FF2B5EF4-FFF2-40B4-BE49-F238E27FC236}">
                        <a16:creationId xmlns:a16="http://schemas.microsoft.com/office/drawing/2014/main" id="{321C0266-B832-1143-81E5-0C3628930F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9" y="2641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32" name="Freeform 275">
                    <a:extLst>
                      <a:ext uri="{FF2B5EF4-FFF2-40B4-BE49-F238E27FC236}">
                        <a16:creationId xmlns:a16="http://schemas.microsoft.com/office/drawing/2014/main" id="{9701DB6E-C16C-B24B-BBA2-AD6CAE8042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21 h 240"/>
                      <a:gd name="T2" fmla="*/ 2 w 306"/>
                      <a:gd name="T3" fmla="*/ 48 h 240"/>
                      <a:gd name="T4" fmla="*/ 42 w 306"/>
                      <a:gd name="T5" fmla="*/ 22 h 240"/>
                      <a:gd name="T6" fmla="*/ 40 w 306"/>
                      <a:gd name="T7" fmla="*/ 0 h 240"/>
                      <a:gd name="T8" fmla="*/ 0 w 306"/>
                      <a:gd name="T9" fmla="*/ 21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4" name="AutoShape 276">
                    <a:extLst>
                      <a:ext uri="{FF2B5EF4-FFF2-40B4-BE49-F238E27FC236}">
                        <a16:creationId xmlns:a16="http://schemas.microsoft.com/office/drawing/2014/main" id="{8C5A52FC-DBA2-6541-9C29-F4812C362D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37" y="2708"/>
                    <a:ext cx="1202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5" name="AutoShape 277">
                    <a:extLst>
                      <a:ext uri="{FF2B5EF4-FFF2-40B4-BE49-F238E27FC236}">
                        <a16:creationId xmlns:a16="http://schemas.microsoft.com/office/drawing/2014/main" id="{80D3DADD-2D14-2F48-B6C6-F66AD9488E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7" y="2737"/>
                    <a:ext cx="1071" cy="8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6" name="Oval 278">
                    <a:extLst>
                      <a:ext uri="{FF2B5EF4-FFF2-40B4-BE49-F238E27FC236}">
                        <a16:creationId xmlns:a16="http://schemas.microsoft.com/office/drawing/2014/main" id="{0BA070D8-EDAC-4D4C-9D4D-360E3482D1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7" y="2410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7" name="Oval 279">
                    <a:extLst>
                      <a:ext uri="{FF2B5EF4-FFF2-40B4-BE49-F238E27FC236}">
                        <a16:creationId xmlns:a16="http://schemas.microsoft.com/office/drawing/2014/main" id="{2990F973-EF67-BD4D-BFEE-2BCEC73D1A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7" y="2410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8" name="Oval 280">
                    <a:extLst>
                      <a:ext uri="{FF2B5EF4-FFF2-40B4-BE49-F238E27FC236}">
                        <a16:creationId xmlns:a16="http://schemas.microsoft.com/office/drawing/2014/main" id="{C8018FC5-B45A-7740-A81F-39EF53B42E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410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9" name="Rectangle 281">
                    <a:extLst>
                      <a:ext uri="{FF2B5EF4-FFF2-40B4-BE49-F238E27FC236}">
                        <a16:creationId xmlns:a16="http://schemas.microsoft.com/office/drawing/2014/main" id="{BF1D7910-50D3-2C4D-BE30-D72C3FA015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8" y="1863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214082" name="Group 249">
                  <a:extLst>
                    <a:ext uri="{FF2B5EF4-FFF2-40B4-BE49-F238E27FC236}">
                      <a16:creationId xmlns:a16="http://schemas.microsoft.com/office/drawing/2014/main" id="{34735D60-3E59-1A44-933E-3CCF76E1A0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472213" y="4384408"/>
                  <a:ext cx="225953" cy="395900"/>
                  <a:chOff x="4140" y="429"/>
                  <a:chExt cx="1425" cy="2396"/>
                </a:xfrm>
              </p:grpSpPr>
              <p:sp>
                <p:nvSpPr>
                  <p:cNvPr id="214083" name="Freeform 250">
                    <a:extLst>
                      <a:ext uri="{FF2B5EF4-FFF2-40B4-BE49-F238E27FC236}">
                        <a16:creationId xmlns:a16="http://schemas.microsoft.com/office/drawing/2014/main" id="{F85FB4E5-3C16-D84C-A8D4-6F702EC0A1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9 w 354"/>
                      <a:gd name="T1" fmla="*/ 0 h 2742"/>
                      <a:gd name="T2" fmla="*/ 47 w 354"/>
                      <a:gd name="T3" fmla="*/ 66 h 2742"/>
                      <a:gd name="T4" fmla="*/ 46 w 354"/>
                      <a:gd name="T5" fmla="*/ 510 h 2742"/>
                      <a:gd name="T6" fmla="*/ 0 w 354"/>
                      <a:gd name="T7" fmla="*/ 534 h 2742"/>
                      <a:gd name="T8" fmla="*/ 9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5" name="Rectangle 251">
                    <a:extLst>
                      <a:ext uri="{FF2B5EF4-FFF2-40B4-BE49-F238E27FC236}">
                        <a16:creationId xmlns:a16="http://schemas.microsoft.com/office/drawing/2014/main" id="{ABABED1D-0CCC-C94E-AB7B-95DBA43E99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0" y="454"/>
                    <a:ext cx="1051" cy="2258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085" name="Freeform 252">
                    <a:extLst>
                      <a:ext uri="{FF2B5EF4-FFF2-40B4-BE49-F238E27FC236}">
                        <a16:creationId xmlns:a16="http://schemas.microsoft.com/office/drawing/2014/main" id="{74556BFA-B6FE-E04F-AECD-1D4E4F15C8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29 w 211"/>
                      <a:gd name="T3" fmla="*/ 43 h 2537"/>
                      <a:gd name="T4" fmla="*/ 2 w 211"/>
                      <a:gd name="T5" fmla="*/ 48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86" name="Freeform 253">
                    <a:extLst>
                      <a:ext uri="{FF2B5EF4-FFF2-40B4-BE49-F238E27FC236}">
                        <a16:creationId xmlns:a16="http://schemas.microsoft.com/office/drawing/2014/main" id="{D02E1178-E23E-8448-8275-318BF93970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5 h 226"/>
                      <a:gd name="T4" fmla="*/ 45 w 328"/>
                      <a:gd name="T5" fmla="*/ 45 h 226"/>
                      <a:gd name="T6" fmla="*/ 0 w 328"/>
                      <a:gd name="T7" fmla="*/ 19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8" name="Rectangle 254">
                    <a:extLst>
                      <a:ext uri="{FF2B5EF4-FFF2-40B4-BE49-F238E27FC236}">
                        <a16:creationId xmlns:a16="http://schemas.microsoft.com/office/drawing/2014/main" id="{6E44DEDC-A7BA-4543-B7A7-F46C7A7749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714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088" name="Group 255">
                    <a:extLst>
                      <a:ext uri="{FF2B5EF4-FFF2-40B4-BE49-F238E27FC236}">
                        <a16:creationId xmlns:a16="http://schemas.microsoft.com/office/drawing/2014/main" id="{BFC54D7A-EA55-D84C-936C-CD3C5D3F20F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194" name="AutoShape 256">
                      <a:extLst>
                        <a:ext uri="{FF2B5EF4-FFF2-40B4-BE49-F238E27FC236}">
                          <a16:creationId xmlns:a16="http://schemas.microsoft.com/office/drawing/2014/main" id="{35694AE0-C883-514B-8132-0B53FE45F9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2594"/>
                      <a:ext cx="725" cy="13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195" name="AutoShape 257">
                      <a:extLst>
                        <a:ext uri="{FF2B5EF4-FFF2-40B4-BE49-F238E27FC236}">
                          <a16:creationId xmlns:a16="http://schemas.microsoft.com/office/drawing/2014/main" id="{694501A7-ED28-364F-AD8C-608F3F34C5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" y="2612"/>
                      <a:ext cx="700" cy="101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170" name="Rectangle 258">
                    <a:extLst>
                      <a:ext uri="{FF2B5EF4-FFF2-40B4-BE49-F238E27FC236}">
                        <a16:creationId xmlns:a16="http://schemas.microsoft.com/office/drawing/2014/main" id="{B91FE8EC-E4EC-804E-8830-B03D02528B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41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090" name="Group 259">
                    <a:extLst>
                      <a:ext uri="{FF2B5EF4-FFF2-40B4-BE49-F238E27FC236}">
                        <a16:creationId xmlns:a16="http://schemas.microsoft.com/office/drawing/2014/main" id="{EC4E0D0B-6146-3840-9DE0-E339E368190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192" name="AutoShape 260">
                      <a:extLst>
                        <a:ext uri="{FF2B5EF4-FFF2-40B4-BE49-F238E27FC236}">
                          <a16:creationId xmlns:a16="http://schemas.microsoft.com/office/drawing/2014/main" id="{75FBA164-E26E-3245-8C04-23BDD8C49B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81" y="2596"/>
                      <a:ext cx="725" cy="14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193" name="AutoShape 261">
                      <a:extLst>
                        <a:ext uri="{FF2B5EF4-FFF2-40B4-BE49-F238E27FC236}">
                          <a16:creationId xmlns:a16="http://schemas.microsoft.com/office/drawing/2014/main" id="{455F8959-589E-404E-8CE0-574D6E0AF9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4" y="2616"/>
                      <a:ext cx="687" cy="10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172" name="Rectangle 262">
                    <a:extLst>
                      <a:ext uri="{FF2B5EF4-FFF2-40B4-BE49-F238E27FC236}">
                        <a16:creationId xmlns:a16="http://schemas.microsoft.com/office/drawing/2014/main" id="{C698771E-7684-4845-BC5F-F3CB491A6C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67"/>
                    <a:ext cx="591" cy="3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73" name="Rectangle 263">
                    <a:extLst>
                      <a:ext uri="{FF2B5EF4-FFF2-40B4-BE49-F238E27FC236}">
                        <a16:creationId xmlns:a16="http://schemas.microsoft.com/office/drawing/2014/main" id="{2D66D904-CC13-EE49-A7CF-538219559E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093" name="Group 264">
                    <a:extLst>
                      <a:ext uri="{FF2B5EF4-FFF2-40B4-BE49-F238E27FC236}">
                        <a16:creationId xmlns:a16="http://schemas.microsoft.com/office/drawing/2014/main" id="{3AAA81F7-9D3A-E142-A908-8570268947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190" name="AutoShape 265">
                      <a:extLst>
                        <a:ext uri="{FF2B5EF4-FFF2-40B4-BE49-F238E27FC236}">
                          <a16:creationId xmlns:a16="http://schemas.microsoft.com/office/drawing/2014/main" id="{471C6748-6C90-CD41-B215-DCC3856272F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9" y="2594"/>
                      <a:ext cx="686" cy="115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191" name="AutoShape 266">
                      <a:extLst>
                        <a:ext uri="{FF2B5EF4-FFF2-40B4-BE49-F238E27FC236}">
                          <a16:creationId xmlns:a16="http://schemas.microsoft.com/office/drawing/2014/main" id="{CA18DBA7-CA44-AF4B-9612-BB134F7E0DE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1" y="2612"/>
                      <a:ext cx="649" cy="8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94" name="Freeform 267">
                    <a:extLst>
                      <a:ext uri="{FF2B5EF4-FFF2-40B4-BE49-F238E27FC236}">
                        <a16:creationId xmlns:a16="http://schemas.microsoft.com/office/drawing/2014/main" id="{3AF0EDAF-86D9-8140-8397-45FD6404D1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4 h 226"/>
                      <a:gd name="T4" fmla="*/ 45 w 328"/>
                      <a:gd name="T5" fmla="*/ 43 h 226"/>
                      <a:gd name="T6" fmla="*/ 0 w 328"/>
                      <a:gd name="T7" fmla="*/ 1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095" name="Group 268">
                    <a:extLst>
                      <a:ext uri="{FF2B5EF4-FFF2-40B4-BE49-F238E27FC236}">
                        <a16:creationId xmlns:a16="http://schemas.microsoft.com/office/drawing/2014/main" id="{05AB345F-D2A1-FF4A-8734-C89FECAB3B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188" name="AutoShape 269">
                      <a:extLst>
                        <a:ext uri="{FF2B5EF4-FFF2-40B4-BE49-F238E27FC236}">
                          <a16:creationId xmlns:a16="http://schemas.microsoft.com/office/drawing/2014/main" id="{8A01772C-366F-D643-A0B6-8DD6419864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2570"/>
                      <a:ext cx="723" cy="16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189" name="AutoShape 270">
                      <a:extLst>
                        <a:ext uri="{FF2B5EF4-FFF2-40B4-BE49-F238E27FC236}">
                          <a16:creationId xmlns:a16="http://schemas.microsoft.com/office/drawing/2014/main" id="{D7199789-730D-D540-8329-FA349F87C6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" y="2589"/>
                      <a:ext cx="686" cy="135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177" name="Rectangle 271">
                    <a:extLst>
                      <a:ext uri="{FF2B5EF4-FFF2-40B4-BE49-F238E27FC236}">
                        <a16:creationId xmlns:a16="http://schemas.microsoft.com/office/drawing/2014/main" id="{8B047AC7-93FF-AC4A-BE1C-B5586545A9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51" y="454"/>
                    <a:ext cx="60" cy="226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097" name="Freeform 272">
                    <a:extLst>
                      <a:ext uri="{FF2B5EF4-FFF2-40B4-BE49-F238E27FC236}">
                        <a16:creationId xmlns:a16="http://schemas.microsoft.com/office/drawing/2014/main" id="{C5B9224A-C8B0-F444-AF3A-AA9C058DCA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40 w 296"/>
                      <a:gd name="T3" fmla="*/ 27 h 256"/>
                      <a:gd name="T4" fmla="*/ 40 w 296"/>
                      <a:gd name="T5" fmla="*/ 49 h 256"/>
                      <a:gd name="T6" fmla="*/ 0 w 296"/>
                      <a:gd name="T7" fmla="*/ 18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98" name="Freeform 273">
                    <a:extLst>
                      <a:ext uri="{FF2B5EF4-FFF2-40B4-BE49-F238E27FC236}">
                        <a16:creationId xmlns:a16="http://schemas.microsoft.com/office/drawing/2014/main" id="{AD61F383-3BFD-164B-BE28-5A93E8BA4D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42 w 304"/>
                      <a:gd name="T3" fmla="*/ 32 h 288"/>
                      <a:gd name="T4" fmla="*/ 39 w 304"/>
                      <a:gd name="T5" fmla="*/ 57 h 288"/>
                      <a:gd name="T6" fmla="*/ 2 w 304"/>
                      <a:gd name="T7" fmla="*/ 24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0" name="Oval 274">
                    <a:extLst>
                      <a:ext uri="{FF2B5EF4-FFF2-40B4-BE49-F238E27FC236}">
                        <a16:creationId xmlns:a16="http://schemas.microsoft.com/office/drawing/2014/main" id="{9851C0C1-89C0-6541-9FBB-1CA7E63F59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2" y="2616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00" name="Freeform 275">
                    <a:extLst>
                      <a:ext uri="{FF2B5EF4-FFF2-40B4-BE49-F238E27FC236}">
                        <a16:creationId xmlns:a16="http://schemas.microsoft.com/office/drawing/2014/main" id="{D9EB9732-6FAF-E943-B767-B356AD4DD8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21 h 240"/>
                      <a:gd name="T2" fmla="*/ 2 w 306"/>
                      <a:gd name="T3" fmla="*/ 48 h 240"/>
                      <a:gd name="T4" fmla="*/ 42 w 306"/>
                      <a:gd name="T5" fmla="*/ 22 h 240"/>
                      <a:gd name="T6" fmla="*/ 40 w 306"/>
                      <a:gd name="T7" fmla="*/ 0 h 240"/>
                      <a:gd name="T8" fmla="*/ 0 w 306"/>
                      <a:gd name="T9" fmla="*/ 21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2" name="AutoShape 276">
                    <a:extLst>
                      <a:ext uri="{FF2B5EF4-FFF2-40B4-BE49-F238E27FC236}">
                        <a16:creationId xmlns:a16="http://schemas.microsoft.com/office/drawing/2014/main" id="{49E0A66E-5BDD-B942-B3AF-8712C45A30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83"/>
                    <a:ext cx="1202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3" name="AutoShape 277">
                    <a:extLst>
                      <a:ext uri="{FF2B5EF4-FFF2-40B4-BE49-F238E27FC236}">
                        <a16:creationId xmlns:a16="http://schemas.microsoft.com/office/drawing/2014/main" id="{F7873A47-6CB0-E443-9D17-3B67404763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0" y="2712"/>
                    <a:ext cx="1071" cy="8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4" name="Oval 278">
                    <a:extLst>
                      <a:ext uri="{FF2B5EF4-FFF2-40B4-BE49-F238E27FC236}">
                        <a16:creationId xmlns:a16="http://schemas.microsoft.com/office/drawing/2014/main" id="{FEB17BBD-9AF6-D242-9493-E4BF6943B9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10" y="2386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5" name="Oval 279">
                    <a:extLst>
                      <a:ext uri="{FF2B5EF4-FFF2-40B4-BE49-F238E27FC236}">
                        <a16:creationId xmlns:a16="http://schemas.microsoft.com/office/drawing/2014/main" id="{4E2F0601-169F-EE48-9380-8B195120CA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0" y="2386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6" name="Oval 280">
                    <a:extLst>
                      <a:ext uri="{FF2B5EF4-FFF2-40B4-BE49-F238E27FC236}">
                        <a16:creationId xmlns:a16="http://schemas.microsoft.com/office/drawing/2014/main" id="{7E5E1D5A-D32B-3E43-8811-0BE840297B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61" y="2386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7" name="Rectangle 281">
                    <a:extLst>
                      <a:ext uri="{FF2B5EF4-FFF2-40B4-BE49-F238E27FC236}">
                        <a16:creationId xmlns:a16="http://schemas.microsoft.com/office/drawing/2014/main" id="{F8BE9160-0AD9-6547-9FB8-9955DED579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1" y="1838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9" name="Group 1116">
                <a:extLst>
                  <a:ext uri="{FF2B5EF4-FFF2-40B4-BE49-F238E27FC236}">
                    <a16:creationId xmlns:a16="http://schemas.microsoft.com/office/drawing/2014/main" id="{239F2D0A-BCE4-4645-9C26-BE39B9FFBB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6941" y="573467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045" name="Picture 3">
                  <a:extLst>
                    <a:ext uri="{FF2B5EF4-FFF2-40B4-BE49-F238E27FC236}">
                      <a16:creationId xmlns:a16="http://schemas.microsoft.com/office/drawing/2014/main" id="{A7233E4E-D929-BE4D-808F-ED78499948D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046" name="Group 950">
                  <a:extLst>
                    <a:ext uri="{FF2B5EF4-FFF2-40B4-BE49-F238E27FC236}">
                      <a16:creationId xmlns:a16="http://schemas.microsoft.com/office/drawing/2014/main" id="{4C7C4138-C9C3-C94F-B624-6AF71CDD43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047" name="Freeform 951">
                    <a:extLst>
                      <a:ext uri="{FF2B5EF4-FFF2-40B4-BE49-F238E27FC236}">
                        <a16:creationId xmlns:a16="http://schemas.microsoft.com/office/drawing/2014/main" id="{B1031031-32FB-3A40-9A5E-9CF6D5E1A0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48" name="Rectangle 952">
                    <a:extLst>
                      <a:ext uri="{FF2B5EF4-FFF2-40B4-BE49-F238E27FC236}">
                        <a16:creationId xmlns:a16="http://schemas.microsoft.com/office/drawing/2014/main" id="{CEE03C58-61AF-D240-A7E9-F3A0F11EEA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49" name="Freeform 953">
                    <a:extLst>
                      <a:ext uri="{FF2B5EF4-FFF2-40B4-BE49-F238E27FC236}">
                        <a16:creationId xmlns:a16="http://schemas.microsoft.com/office/drawing/2014/main" id="{5693ED73-4F01-9D46-A15C-29E0188F09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50" name="Freeform 954">
                    <a:extLst>
                      <a:ext uri="{FF2B5EF4-FFF2-40B4-BE49-F238E27FC236}">
                        <a16:creationId xmlns:a16="http://schemas.microsoft.com/office/drawing/2014/main" id="{9DAC6B31-4D55-0444-9A2F-855A656424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51" name="Rectangle 955">
                    <a:extLst>
                      <a:ext uri="{FF2B5EF4-FFF2-40B4-BE49-F238E27FC236}">
                        <a16:creationId xmlns:a16="http://schemas.microsoft.com/office/drawing/2014/main" id="{AA01D1C3-2AF9-BA42-BE91-2FB4FDBB74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052" name="Group 956">
                    <a:extLst>
                      <a:ext uri="{FF2B5EF4-FFF2-40B4-BE49-F238E27FC236}">
                        <a16:creationId xmlns:a16="http://schemas.microsoft.com/office/drawing/2014/main" id="{3029AC5D-6919-134D-9755-596CE74578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077" name="AutoShape 957">
                      <a:extLst>
                        <a:ext uri="{FF2B5EF4-FFF2-40B4-BE49-F238E27FC236}">
                          <a16:creationId xmlns:a16="http://schemas.microsoft.com/office/drawing/2014/main" id="{4AF76AD9-3452-C84D-9438-FA2817CC0CF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078" name="AutoShape 958">
                      <a:extLst>
                        <a:ext uri="{FF2B5EF4-FFF2-40B4-BE49-F238E27FC236}">
                          <a16:creationId xmlns:a16="http://schemas.microsoft.com/office/drawing/2014/main" id="{8CE4B50B-20AA-354A-ABC0-5FA7E817D3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53" name="Rectangle 959">
                    <a:extLst>
                      <a:ext uri="{FF2B5EF4-FFF2-40B4-BE49-F238E27FC236}">
                        <a16:creationId xmlns:a16="http://schemas.microsoft.com/office/drawing/2014/main" id="{5B5FB923-93D2-BA42-8F2A-4280461DAB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054" name="Group 960">
                    <a:extLst>
                      <a:ext uri="{FF2B5EF4-FFF2-40B4-BE49-F238E27FC236}">
                        <a16:creationId xmlns:a16="http://schemas.microsoft.com/office/drawing/2014/main" id="{5275538C-E413-264D-AA09-46F8565AFC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075" name="AutoShape 961">
                      <a:extLst>
                        <a:ext uri="{FF2B5EF4-FFF2-40B4-BE49-F238E27FC236}">
                          <a16:creationId xmlns:a16="http://schemas.microsoft.com/office/drawing/2014/main" id="{ABBADB57-4269-CA49-B6F6-C51C6F71171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076" name="AutoShape 962">
                      <a:extLst>
                        <a:ext uri="{FF2B5EF4-FFF2-40B4-BE49-F238E27FC236}">
                          <a16:creationId xmlns:a16="http://schemas.microsoft.com/office/drawing/2014/main" id="{B48419FF-A851-F14C-AA89-C300E83B3B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55" name="Rectangle 963">
                    <a:extLst>
                      <a:ext uri="{FF2B5EF4-FFF2-40B4-BE49-F238E27FC236}">
                        <a16:creationId xmlns:a16="http://schemas.microsoft.com/office/drawing/2014/main" id="{D25ED4DB-D349-0343-B6A6-7F14F741C4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56" name="Rectangle 964">
                    <a:extLst>
                      <a:ext uri="{FF2B5EF4-FFF2-40B4-BE49-F238E27FC236}">
                        <a16:creationId xmlns:a16="http://schemas.microsoft.com/office/drawing/2014/main" id="{A487E311-359A-A445-95E6-45466BF9D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057" name="Group 965">
                    <a:extLst>
                      <a:ext uri="{FF2B5EF4-FFF2-40B4-BE49-F238E27FC236}">
                        <a16:creationId xmlns:a16="http://schemas.microsoft.com/office/drawing/2014/main" id="{499D523F-BE95-3642-AF2E-055C3506C00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073" name="AutoShape 966">
                      <a:extLst>
                        <a:ext uri="{FF2B5EF4-FFF2-40B4-BE49-F238E27FC236}">
                          <a16:creationId xmlns:a16="http://schemas.microsoft.com/office/drawing/2014/main" id="{2C94FCB3-C382-C941-A04B-F92A26C0D1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074" name="AutoShape 967">
                      <a:extLst>
                        <a:ext uri="{FF2B5EF4-FFF2-40B4-BE49-F238E27FC236}">
                          <a16:creationId xmlns:a16="http://schemas.microsoft.com/office/drawing/2014/main" id="{E51C8899-6E1F-914D-A677-1E74792515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58" name="Freeform 968">
                    <a:extLst>
                      <a:ext uri="{FF2B5EF4-FFF2-40B4-BE49-F238E27FC236}">
                        <a16:creationId xmlns:a16="http://schemas.microsoft.com/office/drawing/2014/main" id="{EAFCD1C9-98C5-5C41-9350-B6CC0443AF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059" name="Group 969">
                    <a:extLst>
                      <a:ext uri="{FF2B5EF4-FFF2-40B4-BE49-F238E27FC236}">
                        <a16:creationId xmlns:a16="http://schemas.microsoft.com/office/drawing/2014/main" id="{6DFB70C3-1340-DA49-8EE1-42843C0317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071" name="AutoShape 970">
                      <a:extLst>
                        <a:ext uri="{FF2B5EF4-FFF2-40B4-BE49-F238E27FC236}">
                          <a16:creationId xmlns:a16="http://schemas.microsoft.com/office/drawing/2014/main" id="{CD07D5CF-AF1C-0942-8F71-631C7F94A4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072" name="AutoShape 971">
                      <a:extLst>
                        <a:ext uri="{FF2B5EF4-FFF2-40B4-BE49-F238E27FC236}">
                          <a16:creationId xmlns:a16="http://schemas.microsoft.com/office/drawing/2014/main" id="{231DCD94-5CA6-4E4E-ACEF-85E8E76D78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60" name="Rectangle 972">
                    <a:extLst>
                      <a:ext uri="{FF2B5EF4-FFF2-40B4-BE49-F238E27FC236}">
                        <a16:creationId xmlns:a16="http://schemas.microsoft.com/office/drawing/2014/main" id="{1E7AC1BF-6310-0843-A6F7-B2BA60A6E5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1" name="Freeform 973">
                    <a:extLst>
                      <a:ext uri="{FF2B5EF4-FFF2-40B4-BE49-F238E27FC236}">
                        <a16:creationId xmlns:a16="http://schemas.microsoft.com/office/drawing/2014/main" id="{0935325B-0307-9E4E-B734-ED5744070C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62" name="Freeform 974">
                    <a:extLst>
                      <a:ext uri="{FF2B5EF4-FFF2-40B4-BE49-F238E27FC236}">
                        <a16:creationId xmlns:a16="http://schemas.microsoft.com/office/drawing/2014/main" id="{385520D9-3829-7E4B-8EA8-0DC115B179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63" name="Oval 975">
                    <a:extLst>
                      <a:ext uri="{FF2B5EF4-FFF2-40B4-BE49-F238E27FC236}">
                        <a16:creationId xmlns:a16="http://schemas.microsoft.com/office/drawing/2014/main" id="{B8901D8E-E4E1-A648-B2B0-98A52F219B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4" name="Freeform 976">
                    <a:extLst>
                      <a:ext uri="{FF2B5EF4-FFF2-40B4-BE49-F238E27FC236}">
                        <a16:creationId xmlns:a16="http://schemas.microsoft.com/office/drawing/2014/main" id="{246FCFD3-79F4-1643-95D0-FFED191EB0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65" name="AutoShape 977">
                    <a:extLst>
                      <a:ext uri="{FF2B5EF4-FFF2-40B4-BE49-F238E27FC236}">
                        <a16:creationId xmlns:a16="http://schemas.microsoft.com/office/drawing/2014/main" id="{049E768D-768E-FB49-9388-D19AACA693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6" name="AutoShape 978">
                    <a:extLst>
                      <a:ext uri="{FF2B5EF4-FFF2-40B4-BE49-F238E27FC236}">
                        <a16:creationId xmlns:a16="http://schemas.microsoft.com/office/drawing/2014/main" id="{FD640D90-3AEE-BF4D-9E6E-ABA0E32526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7" name="Oval 979">
                    <a:extLst>
                      <a:ext uri="{FF2B5EF4-FFF2-40B4-BE49-F238E27FC236}">
                        <a16:creationId xmlns:a16="http://schemas.microsoft.com/office/drawing/2014/main" id="{4B8570A1-01B0-0B4A-AE4B-BB2AA15DA4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8" name="Oval 980">
                    <a:extLst>
                      <a:ext uri="{FF2B5EF4-FFF2-40B4-BE49-F238E27FC236}">
                        <a16:creationId xmlns:a16="http://schemas.microsoft.com/office/drawing/2014/main" id="{B6B22C19-C9CA-4346-845D-EC1C91BD57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9" name="Oval 981">
                    <a:extLst>
                      <a:ext uri="{FF2B5EF4-FFF2-40B4-BE49-F238E27FC236}">
                        <a16:creationId xmlns:a16="http://schemas.microsoft.com/office/drawing/2014/main" id="{0B51B8FC-4295-B841-9C40-E622E502DF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70" name="Rectangle 982">
                    <a:extLst>
                      <a:ext uri="{FF2B5EF4-FFF2-40B4-BE49-F238E27FC236}">
                        <a16:creationId xmlns:a16="http://schemas.microsoft.com/office/drawing/2014/main" id="{1E88A228-A2BB-1C43-A2F9-7B61233BB6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40" name="Group 1117">
                <a:extLst>
                  <a:ext uri="{FF2B5EF4-FFF2-40B4-BE49-F238E27FC236}">
                    <a16:creationId xmlns:a16="http://schemas.microsoft.com/office/drawing/2014/main" id="{6083C815-F5AC-C644-BFF2-1B0FF3CC86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9215" y="4827099"/>
                <a:ext cx="875523" cy="506826"/>
                <a:chOff x="439215" y="4827099"/>
                <a:chExt cx="875523" cy="506826"/>
              </a:xfrm>
            </p:grpSpPr>
            <p:grpSp>
              <p:nvGrpSpPr>
                <p:cNvPr id="214041" name="Group 418">
                  <a:extLst>
                    <a:ext uri="{FF2B5EF4-FFF2-40B4-BE49-F238E27FC236}">
                      <a16:creationId xmlns:a16="http://schemas.microsoft.com/office/drawing/2014/main" id="{3F1969C6-FCD5-0B47-87D9-3E8634996C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9215" y="4827099"/>
                  <a:ext cx="875523" cy="506826"/>
                  <a:chOff x="2889" y="1631"/>
                  <a:chExt cx="980" cy="743"/>
                </a:xfrm>
              </p:grpSpPr>
              <p:sp>
                <p:nvSpPr>
                  <p:cNvPr id="214043" name="Rectangle 419">
                    <a:extLst>
                      <a:ext uri="{FF2B5EF4-FFF2-40B4-BE49-F238E27FC236}">
                        <a16:creationId xmlns:a16="http://schemas.microsoft.com/office/drawing/2014/main" id="{FBC9B5A0-5134-CB4D-9A09-33D828FAAF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46" y="1841"/>
                    <a:ext cx="663" cy="533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25" name="AutoShape 420">
                    <a:extLst>
                      <a:ext uri="{FF2B5EF4-FFF2-40B4-BE49-F238E27FC236}">
                        <a16:creationId xmlns:a16="http://schemas.microsoft.com/office/drawing/2014/main" id="{A912CE0B-005D-8C44-B188-ED72F4D610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89" y="1630"/>
                    <a:ext cx="976" cy="254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CC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</p:grpSp>
            <p:pic>
              <p:nvPicPr>
                <p:cNvPr id="214042" name="Picture 1119">
                  <a:extLst>
                    <a:ext uri="{FF2B5EF4-FFF2-40B4-BE49-F238E27FC236}">
                      <a16:creationId xmlns:a16="http://schemas.microsoft.com/office/drawing/2014/main" id="{32A9EC3D-33BD-7049-A936-86E74A5C48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109" y="5014480"/>
                  <a:ext cx="405029" cy="2908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2A9AE-208A-4E4C-BCF7-493AFE598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847" y="4108856"/>
            <a:ext cx="9037638" cy="25034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7A2D06-49A3-4B4C-969A-7D43248925F4}"/>
              </a:ext>
            </a:extLst>
          </p:cNvPr>
          <p:cNvGrpSpPr>
            <a:grpSpLocks/>
          </p:cNvGrpSpPr>
          <p:nvPr/>
        </p:nvGrpSpPr>
        <p:grpSpPr bwMode="auto">
          <a:xfrm>
            <a:off x="1925639" y="4171941"/>
            <a:ext cx="8074025" cy="523220"/>
            <a:chOff x="379080" y="5456397"/>
            <a:chExt cx="8074239" cy="5246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551681-7F48-DD46-9D92-F7E884A68FDD}"/>
                </a:ext>
              </a:extLst>
            </p:cNvPr>
            <p:cNvSpPr/>
            <p:nvPr/>
          </p:nvSpPr>
          <p:spPr>
            <a:xfrm>
              <a:off x="379080" y="5489828"/>
              <a:ext cx="8074239" cy="421866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4029" name="TextBox 17">
              <a:extLst>
                <a:ext uri="{FF2B5EF4-FFF2-40B4-BE49-F238E27FC236}">
                  <a16:creationId xmlns:a16="http://schemas.microsoft.com/office/drawing/2014/main" id="{8F3B0DDD-75FE-DF4B-9738-358B7A86A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801" y="5456397"/>
              <a:ext cx="6920219" cy="52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Internet host-host communication as a service</a:t>
              </a:r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7511E-D73C-7A4F-88A9-D627FE62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090" y="4917973"/>
            <a:ext cx="7772400" cy="1820863"/>
          </a:xfrm>
        </p:spPr>
        <p:txBody>
          <a:bodyPr/>
          <a:lstStyle/>
          <a:p>
            <a:pPr marL="0" indent="0">
              <a:buClr>
                <a:srgbClr val="0000A8"/>
              </a:buClr>
              <a:buNone/>
            </a:pPr>
            <a:r>
              <a:rPr lang="en-US" altLang="en-US" i="1" dirty="0">
                <a:solidFill>
                  <a:srgbClr val="99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OTT challenges: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coping with a congested Internet</a:t>
            </a:r>
          </a:p>
          <a:p>
            <a:pPr marL="466725" lvl="1" indent="-233363">
              <a:buFont typeface="Wingdings" pitchFamily="2" charset="2"/>
              <a:buChar char="§"/>
            </a:pPr>
            <a:r>
              <a:rPr lang="en-US" altLang="en-US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from which CDN node to retrieve content?</a:t>
            </a:r>
          </a:p>
          <a:p>
            <a:pPr marL="466725" lvl="1" indent="-233363">
              <a:buFont typeface="Wingdings" pitchFamily="2" charset="2"/>
              <a:buChar char="§"/>
            </a:pPr>
            <a:r>
              <a:rPr lang="en-US" altLang="en-US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viewer behavior in presence of congestion?</a:t>
            </a:r>
          </a:p>
          <a:p>
            <a:pPr marL="466725" lvl="1" indent="-233363">
              <a:buFont typeface="Wingdings" pitchFamily="2" charset="2"/>
              <a:buChar char="§"/>
            </a:pPr>
            <a:r>
              <a:rPr lang="en-US" altLang="en-US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what content to place in which CDN node?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AFC86-034D-F945-B43F-7739F70F4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501" y="2041781"/>
            <a:ext cx="45718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OTT: “over the top”</a:t>
            </a:r>
          </a:p>
        </p:txBody>
      </p:sp>
      <p:sp>
        <p:nvSpPr>
          <p:cNvPr id="1036" name="Title 1">
            <a:extLst>
              <a:ext uri="{FF2B5EF4-FFF2-40B4-BE49-F238E27FC236}">
                <a16:creationId xmlns:a16="http://schemas.microsoft.com/office/drawing/2014/main" id="{AAA3A287-D94D-A745-B380-C550D447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Content distribution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etworks (CDNs)</a:t>
            </a:r>
          </a:p>
        </p:txBody>
      </p:sp>
    </p:spTree>
    <p:extLst>
      <p:ext uri="{BB962C8B-B14F-4D97-AF65-F5344CB8AC3E}">
        <p14:creationId xmlns:p14="http://schemas.microsoft.com/office/powerpoint/2010/main" val="288608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build="p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CDN content access: a closer look</a:t>
            </a:r>
          </a:p>
        </p:txBody>
      </p:sp>
      <p:sp>
        <p:nvSpPr>
          <p:cNvPr id="213" name="Freeform 1287">
            <a:extLst>
              <a:ext uri="{FF2B5EF4-FFF2-40B4-BE49-F238E27FC236}">
                <a16:creationId xmlns:a16="http://schemas.microsoft.com/office/drawing/2014/main" id="{228CCD74-01FC-904C-B060-AA03E75751C9}"/>
              </a:ext>
            </a:extLst>
          </p:cNvPr>
          <p:cNvSpPr>
            <a:spLocks/>
          </p:cNvSpPr>
          <p:nvPr/>
        </p:nvSpPr>
        <p:spPr bwMode="auto">
          <a:xfrm rot="5400000">
            <a:off x="2597150" y="4305582"/>
            <a:ext cx="2554288" cy="1422400"/>
          </a:xfrm>
          <a:custGeom>
            <a:avLst/>
            <a:gdLst>
              <a:gd name="T0" fmla="*/ 2147483647 w 10000"/>
              <a:gd name="T1" fmla="*/ 362723237 h 10000"/>
              <a:gd name="T2" fmla="*/ 2147483647 w 10000"/>
              <a:gd name="T3" fmla="*/ 2147483647 h 10000"/>
              <a:gd name="T4" fmla="*/ 2147483647 w 10000"/>
              <a:gd name="T5" fmla="*/ 2147483647 h 10000"/>
              <a:gd name="T6" fmla="*/ 2147483647 w 10000"/>
              <a:gd name="T7" fmla="*/ 2147483647 h 10000"/>
              <a:gd name="T8" fmla="*/ 2132822051 w 10000"/>
              <a:gd name="T9" fmla="*/ 2147483647 h 10000"/>
              <a:gd name="T10" fmla="*/ 1482993304 w 10000"/>
              <a:gd name="T11" fmla="*/ 2147483647 h 10000"/>
              <a:gd name="T12" fmla="*/ 2147483647 w 10000"/>
              <a:gd name="T13" fmla="*/ 2147483647 h 10000"/>
              <a:gd name="T14" fmla="*/ 2147483647 w 10000"/>
              <a:gd name="T15" fmla="*/ 2147483647 h 10000"/>
              <a:gd name="T16" fmla="*/ 2147483647 w 10000"/>
              <a:gd name="T17" fmla="*/ 2147483647 h 10000"/>
              <a:gd name="T18" fmla="*/ 2147483647 w 10000"/>
              <a:gd name="T19" fmla="*/ 2147483647 h 10000"/>
              <a:gd name="T20" fmla="*/ 2147483647 w 10000"/>
              <a:gd name="T21" fmla="*/ 2147483647 h 10000"/>
              <a:gd name="T22" fmla="*/ 2147483647 w 10000"/>
              <a:gd name="T23" fmla="*/ 2147483647 h 10000"/>
              <a:gd name="T24" fmla="*/ 2147483647 w 10000"/>
              <a:gd name="T25" fmla="*/ 2147483647 h 10000"/>
              <a:gd name="T26" fmla="*/ 2147483647 w 10000"/>
              <a:gd name="T27" fmla="*/ 2147483647 h 10000"/>
              <a:gd name="T28" fmla="*/ 2147483647 w 10000"/>
              <a:gd name="T29" fmla="*/ 2147483647 h 10000"/>
              <a:gd name="T30" fmla="*/ 2147483647 w 10000"/>
              <a:gd name="T31" fmla="*/ 621796755 h 10000"/>
              <a:gd name="T32" fmla="*/ 2147483647 w 10000"/>
              <a:gd name="T33" fmla="*/ 14385158 h 10000"/>
              <a:gd name="T34" fmla="*/ 2147483647 w 10000"/>
              <a:gd name="T35" fmla="*/ 362723237 h 100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000" h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14" name="Freeform 1287">
            <a:extLst>
              <a:ext uri="{FF2B5EF4-FFF2-40B4-BE49-F238E27FC236}">
                <a16:creationId xmlns:a16="http://schemas.microsoft.com/office/drawing/2014/main" id="{DD39A0F8-5ECF-2F47-93D0-7B4020DBC930}"/>
              </a:ext>
            </a:extLst>
          </p:cNvPr>
          <p:cNvSpPr>
            <a:spLocks/>
          </p:cNvSpPr>
          <p:nvPr/>
        </p:nvSpPr>
        <p:spPr bwMode="auto">
          <a:xfrm>
            <a:off x="5650706" y="5181088"/>
            <a:ext cx="3467100" cy="1422400"/>
          </a:xfrm>
          <a:custGeom>
            <a:avLst/>
            <a:gdLst>
              <a:gd name="T0" fmla="*/ 2147483647 w 10000"/>
              <a:gd name="T1" fmla="*/ 362723237 h 10000"/>
              <a:gd name="T2" fmla="*/ 2147483647 w 10000"/>
              <a:gd name="T3" fmla="*/ 2147483647 h 10000"/>
              <a:gd name="T4" fmla="*/ 2147483647 w 10000"/>
              <a:gd name="T5" fmla="*/ 2147483647 h 10000"/>
              <a:gd name="T6" fmla="*/ 2147483647 w 10000"/>
              <a:gd name="T7" fmla="*/ 2147483647 h 10000"/>
              <a:gd name="T8" fmla="*/ 2147483647 w 10000"/>
              <a:gd name="T9" fmla="*/ 2147483647 h 10000"/>
              <a:gd name="T10" fmla="*/ 2147483647 w 10000"/>
              <a:gd name="T11" fmla="*/ 2147483647 h 10000"/>
              <a:gd name="T12" fmla="*/ 2147483647 w 10000"/>
              <a:gd name="T13" fmla="*/ 2147483647 h 10000"/>
              <a:gd name="T14" fmla="*/ 2147483647 w 10000"/>
              <a:gd name="T15" fmla="*/ 2147483647 h 10000"/>
              <a:gd name="T16" fmla="*/ 2147483647 w 10000"/>
              <a:gd name="T17" fmla="*/ 2147483647 h 10000"/>
              <a:gd name="T18" fmla="*/ 2147483647 w 10000"/>
              <a:gd name="T19" fmla="*/ 2147483647 h 10000"/>
              <a:gd name="T20" fmla="*/ 2147483647 w 10000"/>
              <a:gd name="T21" fmla="*/ 2147483647 h 10000"/>
              <a:gd name="T22" fmla="*/ 2147483647 w 10000"/>
              <a:gd name="T23" fmla="*/ 2147483647 h 10000"/>
              <a:gd name="T24" fmla="*/ 2147483647 w 10000"/>
              <a:gd name="T25" fmla="*/ 2147483647 h 10000"/>
              <a:gd name="T26" fmla="*/ 2147483647 w 10000"/>
              <a:gd name="T27" fmla="*/ 2147483647 h 10000"/>
              <a:gd name="T28" fmla="*/ 2147483647 w 10000"/>
              <a:gd name="T29" fmla="*/ 2147483647 h 10000"/>
              <a:gd name="T30" fmla="*/ 2147483647 w 10000"/>
              <a:gd name="T31" fmla="*/ 621796755 h 10000"/>
              <a:gd name="T32" fmla="*/ 2147483647 w 10000"/>
              <a:gd name="T33" fmla="*/ 14385158 h 10000"/>
              <a:gd name="T34" fmla="*/ 2147483647 w 10000"/>
              <a:gd name="T35" fmla="*/ 362723237 h 100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000" h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215" name="Group 249">
            <a:extLst>
              <a:ext uri="{FF2B5EF4-FFF2-40B4-BE49-F238E27FC236}">
                <a16:creationId xmlns:a16="http://schemas.microsoft.com/office/drawing/2014/main" id="{1E28E1B3-4D9E-A943-B1E1-5EA471FAF4B9}"/>
              </a:ext>
            </a:extLst>
          </p:cNvPr>
          <p:cNvGrpSpPr>
            <a:grpSpLocks/>
          </p:cNvGrpSpPr>
          <p:nvPr/>
        </p:nvGrpSpPr>
        <p:grpSpPr bwMode="auto">
          <a:xfrm>
            <a:off x="3766347" y="3952363"/>
            <a:ext cx="460376" cy="638174"/>
            <a:chOff x="4140" y="429"/>
            <a:chExt cx="1425" cy="2396"/>
          </a:xfrm>
        </p:grpSpPr>
        <p:sp>
          <p:nvSpPr>
            <p:cNvPr id="216" name="Freeform 250">
              <a:extLst>
                <a:ext uri="{FF2B5EF4-FFF2-40B4-BE49-F238E27FC236}">
                  <a16:creationId xmlns:a16="http://schemas.microsoft.com/office/drawing/2014/main" id="{B0D9C1C1-8FAC-0A48-AD6D-6708E7F90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7" name="Rectangle 251">
              <a:extLst>
                <a:ext uri="{FF2B5EF4-FFF2-40B4-BE49-F238E27FC236}">
                  <a16:creationId xmlns:a16="http://schemas.microsoft.com/office/drawing/2014/main" id="{DAC7A760-CCFF-7C42-91EE-BAAF6449D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18" name="Freeform 252">
              <a:extLst>
                <a:ext uri="{FF2B5EF4-FFF2-40B4-BE49-F238E27FC236}">
                  <a16:creationId xmlns:a16="http://schemas.microsoft.com/office/drawing/2014/main" id="{C8AF8725-E2C6-494E-ABB0-0D8887CD3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9" name="Freeform 253">
              <a:extLst>
                <a:ext uri="{FF2B5EF4-FFF2-40B4-BE49-F238E27FC236}">
                  <a16:creationId xmlns:a16="http://schemas.microsoft.com/office/drawing/2014/main" id="{23A96641-AC09-3A47-A92E-5071632BF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20" name="Rectangle 254">
              <a:extLst>
                <a:ext uri="{FF2B5EF4-FFF2-40B4-BE49-F238E27FC236}">
                  <a16:creationId xmlns:a16="http://schemas.microsoft.com/office/drawing/2014/main" id="{B3EFAE35-A0C9-1D47-B5F7-279023A94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1"/>
              <a:ext cx="595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21" name="Group 255">
              <a:extLst>
                <a:ext uri="{FF2B5EF4-FFF2-40B4-BE49-F238E27FC236}">
                  <a16:creationId xmlns:a16="http://schemas.microsoft.com/office/drawing/2014/main" id="{68039A40-835E-0340-B938-17D55C18DC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58"/>
              <a:ext cx="580" cy="131"/>
              <a:chOff x="614" y="2567"/>
              <a:chExt cx="724" cy="126"/>
            </a:xfrm>
          </p:grpSpPr>
          <p:sp>
            <p:nvSpPr>
              <p:cNvPr id="246" name="AutoShape 256">
                <a:extLst>
                  <a:ext uri="{FF2B5EF4-FFF2-40B4-BE49-F238E27FC236}">
                    <a16:creationId xmlns:a16="http://schemas.microsoft.com/office/drawing/2014/main" id="{249C7189-FC73-E443-8DC7-BD883F218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7"/>
                <a:ext cx="724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7" name="AutoShape 257">
                <a:extLst>
                  <a:ext uri="{FF2B5EF4-FFF2-40B4-BE49-F238E27FC236}">
                    <a16:creationId xmlns:a16="http://schemas.microsoft.com/office/drawing/2014/main" id="{40E18D47-6D3F-6747-BC54-E8874F259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5"/>
                <a:ext cx="687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22" name="Rectangle 258">
              <a:extLst>
                <a:ext uri="{FF2B5EF4-FFF2-40B4-BE49-F238E27FC236}">
                  <a16:creationId xmlns:a16="http://schemas.microsoft.com/office/drawing/2014/main" id="{245C5FA1-1E9F-C840-85BB-E63FB62AA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23" name="Group 259">
              <a:extLst>
                <a:ext uri="{FF2B5EF4-FFF2-40B4-BE49-F238E27FC236}">
                  <a16:creationId xmlns:a16="http://schemas.microsoft.com/office/drawing/2014/main" id="{2F90DA4E-89FF-3440-9531-562077350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993"/>
              <a:ext cx="580" cy="131"/>
              <a:chOff x="617" y="2569"/>
              <a:chExt cx="724" cy="136"/>
            </a:xfrm>
          </p:grpSpPr>
          <p:sp>
            <p:nvSpPr>
              <p:cNvPr id="244" name="AutoShape 260">
                <a:extLst>
                  <a:ext uri="{FF2B5EF4-FFF2-40B4-BE49-F238E27FC236}">
                    <a16:creationId xmlns:a16="http://schemas.microsoft.com/office/drawing/2014/main" id="{13ACC81D-1647-C64F-BB80-11A9441DD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4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5" name="AutoShape 261">
                <a:extLst>
                  <a:ext uri="{FF2B5EF4-FFF2-40B4-BE49-F238E27FC236}">
                    <a16:creationId xmlns:a16="http://schemas.microsoft.com/office/drawing/2014/main" id="{B468F355-53FD-9248-9060-88BC3C7DE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8"/>
                <a:ext cx="693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24" name="Rectangle 262">
              <a:extLst>
                <a:ext uri="{FF2B5EF4-FFF2-40B4-BE49-F238E27FC236}">
                  <a16:creationId xmlns:a16="http://schemas.microsoft.com/office/drawing/2014/main" id="{042D7781-9DC2-5644-B21D-1DB42688C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9"/>
              <a:ext cx="595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25" name="Rectangle 263">
              <a:extLst>
                <a:ext uri="{FF2B5EF4-FFF2-40B4-BE49-F238E27FC236}">
                  <a16:creationId xmlns:a16="http://schemas.microsoft.com/office/drawing/2014/main" id="{0B618EE3-4DAD-B749-84AF-332004E10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5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26" name="Group 264">
              <a:extLst>
                <a:ext uri="{FF2B5EF4-FFF2-40B4-BE49-F238E27FC236}">
                  <a16:creationId xmlns:a16="http://schemas.microsoft.com/office/drawing/2014/main" id="{C4B725EE-5DAE-6E4F-9150-DA20C82CD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30"/>
              <a:ext cx="580" cy="149"/>
              <a:chOff x="613" y="2568"/>
              <a:chExt cx="722" cy="137"/>
            </a:xfrm>
          </p:grpSpPr>
          <p:sp>
            <p:nvSpPr>
              <p:cNvPr id="242" name="AutoShape 265">
                <a:extLst>
                  <a:ext uri="{FF2B5EF4-FFF2-40B4-BE49-F238E27FC236}">
                    <a16:creationId xmlns:a16="http://schemas.microsoft.com/office/drawing/2014/main" id="{AC19035F-EAE8-9B48-AA40-95279E029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3" name="AutoShape 266">
                <a:extLst>
                  <a:ext uri="{FF2B5EF4-FFF2-40B4-BE49-F238E27FC236}">
                    <a16:creationId xmlns:a16="http://schemas.microsoft.com/office/drawing/2014/main" id="{B10DB91C-D914-5347-A02D-C517AB629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8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27" name="Freeform 267">
              <a:extLst>
                <a:ext uri="{FF2B5EF4-FFF2-40B4-BE49-F238E27FC236}">
                  <a16:creationId xmlns:a16="http://schemas.microsoft.com/office/drawing/2014/main" id="{E6ABFAC0-3373-E547-96E5-C4BE7E6DB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28" name="Group 268">
              <a:extLst>
                <a:ext uri="{FF2B5EF4-FFF2-40B4-BE49-F238E27FC236}">
                  <a16:creationId xmlns:a16="http://schemas.microsoft.com/office/drawing/2014/main" id="{B68863D9-7CA6-1F40-B157-3E831A3E55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1329"/>
              <a:ext cx="580" cy="137"/>
              <a:chOff x="615" y="2570"/>
              <a:chExt cx="722" cy="137"/>
            </a:xfrm>
          </p:grpSpPr>
          <p:sp>
            <p:nvSpPr>
              <p:cNvPr id="240" name="AutoShape 269">
                <a:extLst>
                  <a:ext uri="{FF2B5EF4-FFF2-40B4-BE49-F238E27FC236}">
                    <a16:creationId xmlns:a16="http://schemas.microsoft.com/office/drawing/2014/main" id="{5D280D8D-AF52-5C4E-9287-CAF0D4562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1" name="AutoShape 270">
                <a:extLst>
                  <a:ext uri="{FF2B5EF4-FFF2-40B4-BE49-F238E27FC236}">
                    <a16:creationId xmlns:a16="http://schemas.microsoft.com/office/drawing/2014/main" id="{7BC00C41-C1EB-054A-9650-78749FC99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8"/>
                <a:ext cx="68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29" name="Rectangle 271">
              <a:extLst>
                <a:ext uri="{FF2B5EF4-FFF2-40B4-BE49-F238E27FC236}">
                  <a16:creationId xmlns:a16="http://schemas.microsoft.com/office/drawing/2014/main" id="{32CECF9C-1571-A642-81E2-7933F1725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69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30" name="Freeform 272">
              <a:extLst>
                <a:ext uri="{FF2B5EF4-FFF2-40B4-BE49-F238E27FC236}">
                  <a16:creationId xmlns:a16="http://schemas.microsoft.com/office/drawing/2014/main" id="{8E8B7CD2-AF81-DD4E-8787-A545048B6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31" name="Freeform 273">
              <a:extLst>
                <a:ext uri="{FF2B5EF4-FFF2-40B4-BE49-F238E27FC236}">
                  <a16:creationId xmlns:a16="http://schemas.microsoft.com/office/drawing/2014/main" id="{1E646304-4EED-1843-9F3F-47A48A8FD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32" name="Oval 274">
              <a:extLst>
                <a:ext uri="{FF2B5EF4-FFF2-40B4-BE49-F238E27FC236}">
                  <a16:creationId xmlns:a16="http://schemas.microsoft.com/office/drawing/2014/main" id="{620CB649-F6F4-8A43-935D-669505576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33" name="Freeform 275">
              <a:extLst>
                <a:ext uri="{FF2B5EF4-FFF2-40B4-BE49-F238E27FC236}">
                  <a16:creationId xmlns:a16="http://schemas.microsoft.com/office/drawing/2014/main" id="{BC7A52A7-E812-0E42-A705-24BD8B03C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34" name="AutoShape 276">
              <a:extLst>
                <a:ext uri="{FF2B5EF4-FFF2-40B4-BE49-F238E27FC236}">
                  <a16:creationId xmlns:a16="http://schemas.microsoft.com/office/drawing/2014/main" id="{B321EED6-EE0E-A949-8544-120BF8ADF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2"/>
              <a:ext cx="1199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35" name="AutoShape 277">
              <a:extLst>
                <a:ext uri="{FF2B5EF4-FFF2-40B4-BE49-F238E27FC236}">
                  <a16:creationId xmlns:a16="http://schemas.microsoft.com/office/drawing/2014/main" id="{D0810544-9A32-2149-9609-08A26E0DD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1" cy="7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36" name="Oval 278">
              <a:extLst>
                <a:ext uri="{FF2B5EF4-FFF2-40B4-BE49-F238E27FC236}">
                  <a16:creationId xmlns:a16="http://schemas.microsoft.com/office/drawing/2014/main" id="{F98A990D-410A-FE4B-BC5E-7CB969982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62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37" name="Oval 279">
              <a:extLst>
                <a:ext uri="{FF2B5EF4-FFF2-40B4-BE49-F238E27FC236}">
                  <a16:creationId xmlns:a16="http://schemas.microsoft.com/office/drawing/2014/main" id="{AD5314C5-5CBD-3A4D-9223-169513F32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38" name="Oval 280">
              <a:extLst>
                <a:ext uri="{FF2B5EF4-FFF2-40B4-BE49-F238E27FC236}">
                  <a16:creationId xmlns:a16="http://schemas.microsoft.com/office/drawing/2014/main" id="{BC1AFB28-3591-674E-B2FB-C6E6F4A79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8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39" name="Rectangle 281">
              <a:extLst>
                <a:ext uri="{FF2B5EF4-FFF2-40B4-BE49-F238E27FC236}">
                  <a16:creationId xmlns:a16="http://schemas.microsoft.com/office/drawing/2014/main" id="{9AA63860-49E0-5B40-AD32-93E326DDE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6"/>
              <a:ext cx="84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</p:grpSp>
      <p:sp>
        <p:nvSpPr>
          <p:cNvPr id="248" name="TextBox 4">
            <a:extLst>
              <a:ext uri="{FF2B5EF4-FFF2-40B4-BE49-F238E27FC236}">
                <a16:creationId xmlns:a16="http://schemas.microsoft.com/office/drawing/2014/main" id="{43038291-F1F7-1A42-ACD1-CDB68EE3A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119" y="4527038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hulu.com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249" name="Group 542">
            <a:extLst>
              <a:ext uri="{FF2B5EF4-FFF2-40B4-BE49-F238E27FC236}">
                <a16:creationId xmlns:a16="http://schemas.microsoft.com/office/drawing/2014/main" id="{D7F4074B-738E-E04D-BB9A-973C0D741E61}"/>
              </a:ext>
            </a:extLst>
          </p:cNvPr>
          <p:cNvGrpSpPr>
            <a:grpSpLocks/>
          </p:cNvGrpSpPr>
          <p:nvPr/>
        </p:nvGrpSpPr>
        <p:grpSpPr bwMode="auto">
          <a:xfrm>
            <a:off x="5838031" y="2339463"/>
            <a:ext cx="963613" cy="835025"/>
            <a:chOff x="-44" y="1473"/>
            <a:chExt cx="981" cy="1105"/>
          </a:xfrm>
        </p:grpSpPr>
        <p:pic>
          <p:nvPicPr>
            <p:cNvPr id="250" name="Picture 529" descr="desktop_computer_stylized_medium">
              <a:extLst>
                <a:ext uri="{FF2B5EF4-FFF2-40B4-BE49-F238E27FC236}">
                  <a16:creationId xmlns:a16="http://schemas.microsoft.com/office/drawing/2014/main" id="{2A6C663B-7C36-D94A-AC3F-30EDA46B17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1" name="Freeform 530">
              <a:extLst>
                <a:ext uri="{FF2B5EF4-FFF2-40B4-BE49-F238E27FC236}">
                  <a16:creationId xmlns:a16="http://schemas.microsoft.com/office/drawing/2014/main" id="{AE86A2A4-31AC-8445-9142-88A7A7F1DB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252" name="Group 249">
            <a:extLst>
              <a:ext uri="{FF2B5EF4-FFF2-40B4-BE49-F238E27FC236}">
                <a16:creationId xmlns:a16="http://schemas.microsoft.com/office/drawing/2014/main" id="{82ABC91D-87DE-B041-A782-A21966C399FD}"/>
              </a:ext>
            </a:extLst>
          </p:cNvPr>
          <p:cNvGrpSpPr>
            <a:grpSpLocks/>
          </p:cNvGrpSpPr>
          <p:nvPr/>
        </p:nvGrpSpPr>
        <p:grpSpPr bwMode="auto">
          <a:xfrm>
            <a:off x="6063461" y="5498588"/>
            <a:ext cx="377826" cy="636588"/>
            <a:chOff x="4140" y="429"/>
            <a:chExt cx="1425" cy="2396"/>
          </a:xfrm>
        </p:grpSpPr>
        <p:sp>
          <p:nvSpPr>
            <p:cNvPr id="253" name="Freeform 250">
              <a:extLst>
                <a:ext uri="{FF2B5EF4-FFF2-40B4-BE49-F238E27FC236}">
                  <a16:creationId xmlns:a16="http://schemas.microsoft.com/office/drawing/2014/main" id="{B6336992-84F9-E544-B0FB-296D46A4D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4" name="Rectangle 251">
              <a:extLst>
                <a:ext uri="{FF2B5EF4-FFF2-40B4-BE49-F238E27FC236}">
                  <a16:creationId xmlns:a16="http://schemas.microsoft.com/office/drawing/2014/main" id="{78BCEE24-1761-5249-A6B5-7D3A5F9FE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55" name="Freeform 252">
              <a:extLst>
                <a:ext uri="{FF2B5EF4-FFF2-40B4-BE49-F238E27FC236}">
                  <a16:creationId xmlns:a16="http://schemas.microsoft.com/office/drawing/2014/main" id="{E1E6866E-9944-0444-9CD1-0E53EDF63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6" name="Freeform 253">
              <a:extLst>
                <a:ext uri="{FF2B5EF4-FFF2-40B4-BE49-F238E27FC236}">
                  <a16:creationId xmlns:a16="http://schemas.microsoft.com/office/drawing/2014/main" id="{E3EF6613-0BD2-D74B-8ACD-793D2311E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7" name="Rectangle 254">
              <a:extLst>
                <a:ext uri="{FF2B5EF4-FFF2-40B4-BE49-F238E27FC236}">
                  <a16:creationId xmlns:a16="http://schemas.microsoft.com/office/drawing/2014/main" id="{1B5607A8-8192-EE41-AA98-1FD760062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2"/>
              <a:ext cx="599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58" name="Group 255">
              <a:extLst>
                <a:ext uri="{FF2B5EF4-FFF2-40B4-BE49-F238E27FC236}">
                  <a16:creationId xmlns:a16="http://schemas.microsoft.com/office/drawing/2014/main" id="{E598C917-5DAC-A74C-BC38-F38609D83A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1" y="670"/>
              <a:ext cx="581" cy="143"/>
              <a:chOff x="616" y="2568"/>
              <a:chExt cx="725" cy="137"/>
            </a:xfrm>
          </p:grpSpPr>
          <p:sp>
            <p:nvSpPr>
              <p:cNvPr id="283" name="AutoShape 256">
                <a:extLst>
                  <a:ext uri="{FF2B5EF4-FFF2-40B4-BE49-F238E27FC236}">
                    <a16:creationId xmlns:a16="http://schemas.microsoft.com/office/drawing/2014/main" id="{2D4A9DE9-605D-B44A-B42D-8B8FD41D2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84" name="AutoShape 257">
                <a:extLst>
                  <a:ext uri="{FF2B5EF4-FFF2-40B4-BE49-F238E27FC236}">
                    <a16:creationId xmlns:a16="http://schemas.microsoft.com/office/drawing/2014/main" id="{8DAEE46A-91B5-1542-A2A3-0A73FBAA6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2585"/>
                <a:ext cx="687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9EDC076A-0334-1747-B5B3-289ED6DED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3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32C9426B-BB9B-B047-A067-588E765FD1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5" y="995"/>
              <a:ext cx="581" cy="131"/>
              <a:chOff x="611" y="2571"/>
              <a:chExt cx="725" cy="136"/>
            </a:xfrm>
          </p:grpSpPr>
          <p:sp>
            <p:nvSpPr>
              <p:cNvPr id="281" name="AutoShape 260">
                <a:extLst>
                  <a:ext uri="{FF2B5EF4-FFF2-40B4-BE49-F238E27FC236}">
                    <a16:creationId xmlns:a16="http://schemas.microsoft.com/office/drawing/2014/main" id="{56AA5891-245B-2848-B1AE-8078326D8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82" name="AutoShape 261">
                <a:extLst>
                  <a:ext uri="{FF2B5EF4-FFF2-40B4-BE49-F238E27FC236}">
                    <a16:creationId xmlns:a16="http://schemas.microsoft.com/office/drawing/2014/main" id="{292C7F6D-C6A8-E340-B353-3D50EC006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89"/>
                <a:ext cx="695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61" name="Rectangle 262">
              <a:extLst>
                <a:ext uri="{FF2B5EF4-FFF2-40B4-BE49-F238E27FC236}">
                  <a16:creationId xmlns:a16="http://schemas.microsoft.com/office/drawing/2014/main" id="{9975A542-BD3E-2241-B19C-D5222F89C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5"/>
              <a:ext cx="593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62" name="Rectangle 263">
              <a:extLst>
                <a:ext uri="{FF2B5EF4-FFF2-40B4-BE49-F238E27FC236}">
                  <a16:creationId xmlns:a16="http://schemas.microsoft.com/office/drawing/2014/main" id="{131F24C8-1609-3A42-AAF9-A0A55B053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4"/>
              <a:ext cx="593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63" name="Group 264">
              <a:extLst>
                <a:ext uri="{FF2B5EF4-FFF2-40B4-BE49-F238E27FC236}">
                  <a16:creationId xmlns:a16="http://schemas.microsoft.com/office/drawing/2014/main" id="{DA0BE284-70C5-1D4C-848A-D5B19769AF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2" y="1628"/>
              <a:ext cx="580" cy="143"/>
              <a:chOff x="611" y="2576"/>
              <a:chExt cx="723" cy="132"/>
            </a:xfrm>
          </p:grpSpPr>
          <p:sp>
            <p:nvSpPr>
              <p:cNvPr id="279" name="AutoShape 265">
                <a:extLst>
                  <a:ext uri="{FF2B5EF4-FFF2-40B4-BE49-F238E27FC236}">
                    <a16:creationId xmlns:a16="http://schemas.microsoft.com/office/drawing/2014/main" id="{9A10A2CD-C783-EA45-99EF-A15666C761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23" cy="13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80" name="AutoShape 266">
                <a:extLst>
                  <a:ext uri="{FF2B5EF4-FFF2-40B4-BE49-F238E27FC236}">
                    <a16:creationId xmlns:a16="http://schemas.microsoft.com/office/drawing/2014/main" id="{81E7871B-7E86-A449-AAC7-B3A4F67D4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64" name="Freeform 267">
              <a:extLst>
                <a:ext uri="{FF2B5EF4-FFF2-40B4-BE49-F238E27FC236}">
                  <a16:creationId xmlns:a16="http://schemas.microsoft.com/office/drawing/2014/main" id="{E2D06767-2AE6-E346-9DEE-2B88952E5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65" name="Group 268">
              <a:extLst>
                <a:ext uri="{FF2B5EF4-FFF2-40B4-BE49-F238E27FC236}">
                  <a16:creationId xmlns:a16="http://schemas.microsoft.com/office/drawing/2014/main" id="{E7E1C562-3799-AF47-BF9B-74E86A5F2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5"/>
              <a:ext cx="580" cy="143"/>
              <a:chOff x="614" y="2566"/>
              <a:chExt cx="723" cy="143"/>
            </a:xfrm>
          </p:grpSpPr>
          <p:sp>
            <p:nvSpPr>
              <p:cNvPr id="277" name="AutoShape 269">
                <a:extLst>
                  <a:ext uri="{FF2B5EF4-FFF2-40B4-BE49-F238E27FC236}">
                    <a16:creationId xmlns:a16="http://schemas.microsoft.com/office/drawing/2014/main" id="{4F61C04B-F3E6-4D48-BAD6-0EAD3E1F5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78" name="AutoShape 270">
                <a:extLst>
                  <a:ext uri="{FF2B5EF4-FFF2-40B4-BE49-F238E27FC236}">
                    <a16:creationId xmlns:a16="http://schemas.microsoft.com/office/drawing/2014/main" id="{513B9CEF-7F6F-5A4F-8216-DE523DCC3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584"/>
                <a:ext cx="68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66" name="Rectangle 271">
              <a:extLst>
                <a:ext uri="{FF2B5EF4-FFF2-40B4-BE49-F238E27FC236}">
                  <a16:creationId xmlns:a16="http://schemas.microsoft.com/office/drawing/2014/main" id="{E19FAE7C-A4FB-B348-9AE8-F9AEE7389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67" name="Freeform 272">
              <a:extLst>
                <a:ext uri="{FF2B5EF4-FFF2-40B4-BE49-F238E27FC236}">
                  <a16:creationId xmlns:a16="http://schemas.microsoft.com/office/drawing/2014/main" id="{64699186-33BF-084C-B840-EC12B5AED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68" name="Freeform 273">
              <a:extLst>
                <a:ext uri="{FF2B5EF4-FFF2-40B4-BE49-F238E27FC236}">
                  <a16:creationId xmlns:a16="http://schemas.microsoft.com/office/drawing/2014/main" id="{05916BD8-54B5-534D-9C9F-E944051FA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69" name="Oval 274">
              <a:extLst>
                <a:ext uri="{FF2B5EF4-FFF2-40B4-BE49-F238E27FC236}">
                  <a16:creationId xmlns:a16="http://schemas.microsoft.com/office/drawing/2014/main" id="{02C14A54-973D-F349-8BC1-74F6A6060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0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70" name="Freeform 275">
              <a:extLst>
                <a:ext uri="{FF2B5EF4-FFF2-40B4-BE49-F238E27FC236}">
                  <a16:creationId xmlns:a16="http://schemas.microsoft.com/office/drawing/2014/main" id="{B9604253-04A4-2D47-AC8A-0FD7F8762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71" name="AutoShape 276">
              <a:extLst>
                <a:ext uri="{FF2B5EF4-FFF2-40B4-BE49-F238E27FC236}">
                  <a16:creationId xmlns:a16="http://schemas.microsoft.com/office/drawing/2014/main" id="{82809C39-8B69-CC49-9302-C36BDDD7C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2"/>
              <a:ext cx="1203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72" name="AutoShape 277">
              <a:extLst>
                <a:ext uri="{FF2B5EF4-FFF2-40B4-BE49-F238E27FC236}">
                  <a16:creationId xmlns:a16="http://schemas.microsoft.com/office/drawing/2014/main" id="{AD64E110-D5C0-724E-9993-2B6C8E2AE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1"/>
              <a:ext cx="1072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73" name="Oval 278">
              <a:extLst>
                <a:ext uri="{FF2B5EF4-FFF2-40B4-BE49-F238E27FC236}">
                  <a16:creationId xmlns:a16="http://schemas.microsoft.com/office/drawing/2014/main" id="{6C9D87ED-6CB3-934F-B564-1CEA9870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62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74" name="Oval 279">
              <a:extLst>
                <a:ext uri="{FF2B5EF4-FFF2-40B4-BE49-F238E27FC236}">
                  <a16:creationId xmlns:a16="http://schemas.microsoft.com/office/drawing/2014/main" id="{B05751B1-2967-E24D-8ED1-EC3F29FC4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75" name="Oval 280">
              <a:extLst>
                <a:ext uri="{FF2B5EF4-FFF2-40B4-BE49-F238E27FC236}">
                  <a16:creationId xmlns:a16="http://schemas.microsoft.com/office/drawing/2014/main" id="{BDC789C6-139A-7F47-BBA4-A9548A984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56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76" name="Rectangle 281">
              <a:extLst>
                <a:ext uri="{FF2B5EF4-FFF2-40B4-BE49-F238E27FC236}">
                  <a16:creationId xmlns:a16="http://schemas.microsoft.com/office/drawing/2014/main" id="{EC7E6803-2E89-6C4D-B2A1-9709BE999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</p:grpSp>
      <p:grpSp>
        <p:nvGrpSpPr>
          <p:cNvPr id="285" name="Group 249">
            <a:extLst>
              <a:ext uri="{FF2B5EF4-FFF2-40B4-BE49-F238E27FC236}">
                <a16:creationId xmlns:a16="http://schemas.microsoft.com/office/drawing/2014/main" id="{5D4AAAE8-F9A0-654F-98A7-CC2ECC135FA9}"/>
              </a:ext>
            </a:extLst>
          </p:cNvPr>
          <p:cNvGrpSpPr>
            <a:grpSpLocks/>
          </p:cNvGrpSpPr>
          <p:nvPr/>
        </p:nvGrpSpPr>
        <p:grpSpPr bwMode="auto">
          <a:xfrm>
            <a:off x="3871119" y="5217601"/>
            <a:ext cx="420687" cy="636587"/>
            <a:chOff x="4140" y="429"/>
            <a:chExt cx="1425" cy="2396"/>
          </a:xfrm>
        </p:grpSpPr>
        <p:sp>
          <p:nvSpPr>
            <p:cNvPr id="286" name="Freeform 250">
              <a:extLst>
                <a:ext uri="{FF2B5EF4-FFF2-40B4-BE49-F238E27FC236}">
                  <a16:creationId xmlns:a16="http://schemas.microsoft.com/office/drawing/2014/main" id="{0B87D54D-E726-534E-BF18-2B9138569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87" name="Rectangle 251">
              <a:extLst>
                <a:ext uri="{FF2B5EF4-FFF2-40B4-BE49-F238E27FC236}">
                  <a16:creationId xmlns:a16="http://schemas.microsoft.com/office/drawing/2014/main" id="{A9328C80-65CD-674C-BDC2-D31C02FE8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9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88" name="Freeform 252">
              <a:extLst>
                <a:ext uri="{FF2B5EF4-FFF2-40B4-BE49-F238E27FC236}">
                  <a16:creationId xmlns:a16="http://schemas.microsoft.com/office/drawing/2014/main" id="{ACCDA70E-8CBA-1249-B2C8-9A49B7842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89" name="Freeform 253">
              <a:extLst>
                <a:ext uri="{FF2B5EF4-FFF2-40B4-BE49-F238E27FC236}">
                  <a16:creationId xmlns:a16="http://schemas.microsoft.com/office/drawing/2014/main" id="{700C846B-C558-394E-9C8C-0878836FE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90" name="Rectangle 254">
              <a:extLst>
                <a:ext uri="{FF2B5EF4-FFF2-40B4-BE49-F238E27FC236}">
                  <a16:creationId xmlns:a16="http://schemas.microsoft.com/office/drawing/2014/main" id="{CE895704-FDB9-9E48-A79E-0D2CEBA8C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692"/>
              <a:ext cx="592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91" name="Group 255">
              <a:extLst>
                <a:ext uri="{FF2B5EF4-FFF2-40B4-BE49-F238E27FC236}">
                  <a16:creationId xmlns:a16="http://schemas.microsoft.com/office/drawing/2014/main" id="{4DB05A0D-BA48-AB4B-9CB8-DD16A252B5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670"/>
              <a:ext cx="581" cy="143"/>
              <a:chOff x="612" y="2568"/>
              <a:chExt cx="725" cy="137"/>
            </a:xfrm>
          </p:grpSpPr>
          <p:sp>
            <p:nvSpPr>
              <p:cNvPr id="316" name="AutoShape 256">
                <a:extLst>
                  <a:ext uri="{FF2B5EF4-FFF2-40B4-BE49-F238E27FC236}">
                    <a16:creationId xmlns:a16="http://schemas.microsoft.com/office/drawing/2014/main" id="{27290732-93A5-A442-A11F-A1A25B23A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17" name="AutoShape 257">
                <a:extLst>
                  <a:ext uri="{FF2B5EF4-FFF2-40B4-BE49-F238E27FC236}">
                    <a16:creationId xmlns:a16="http://schemas.microsoft.com/office/drawing/2014/main" id="{AABD319C-F558-C147-B5A0-2220E5995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84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92" name="Rectangle 258">
              <a:extLst>
                <a:ext uri="{FF2B5EF4-FFF2-40B4-BE49-F238E27FC236}">
                  <a16:creationId xmlns:a16="http://schemas.microsoft.com/office/drawing/2014/main" id="{FC7F85D1-E511-9D49-ABDE-577F97588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1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93" name="Group 259">
              <a:extLst>
                <a:ext uri="{FF2B5EF4-FFF2-40B4-BE49-F238E27FC236}">
                  <a16:creationId xmlns:a16="http://schemas.microsoft.com/office/drawing/2014/main" id="{8D14F3D3-5FF7-204F-AC8F-C59EC3DDDD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8" y="995"/>
              <a:ext cx="581" cy="131"/>
              <a:chOff x="615" y="2571"/>
              <a:chExt cx="725" cy="136"/>
            </a:xfrm>
          </p:grpSpPr>
          <p:sp>
            <p:nvSpPr>
              <p:cNvPr id="314" name="AutoShape 260">
                <a:extLst>
                  <a:ext uri="{FF2B5EF4-FFF2-40B4-BE49-F238E27FC236}">
                    <a16:creationId xmlns:a16="http://schemas.microsoft.com/office/drawing/2014/main" id="{F1C21759-AD0A-7F4F-B706-377B626C0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1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15" name="AutoShape 261">
                <a:extLst>
                  <a:ext uri="{FF2B5EF4-FFF2-40B4-BE49-F238E27FC236}">
                    <a16:creationId xmlns:a16="http://schemas.microsoft.com/office/drawing/2014/main" id="{3B91D307-477D-5244-BCA7-F6E0B1E2D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9"/>
                <a:ext cx="698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94" name="Rectangle 262">
              <a:extLst>
                <a:ext uri="{FF2B5EF4-FFF2-40B4-BE49-F238E27FC236}">
                  <a16:creationId xmlns:a16="http://schemas.microsoft.com/office/drawing/2014/main" id="{FC3C64C5-10F9-7045-AB7A-F92BF6045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355"/>
              <a:ext cx="592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295" name="Rectangle 263">
              <a:extLst>
                <a:ext uri="{FF2B5EF4-FFF2-40B4-BE49-F238E27FC236}">
                  <a16:creationId xmlns:a16="http://schemas.microsoft.com/office/drawing/2014/main" id="{1CD84911-CD44-2341-9AA3-698E65823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4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296" name="Group 264">
              <a:extLst>
                <a:ext uri="{FF2B5EF4-FFF2-40B4-BE49-F238E27FC236}">
                  <a16:creationId xmlns:a16="http://schemas.microsoft.com/office/drawing/2014/main" id="{32FB4A2E-8071-3143-B0FC-F880E4D4D6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7" y="1628"/>
              <a:ext cx="576" cy="143"/>
              <a:chOff x="616" y="2576"/>
              <a:chExt cx="717" cy="132"/>
            </a:xfrm>
          </p:grpSpPr>
          <p:sp>
            <p:nvSpPr>
              <p:cNvPr id="312" name="AutoShape 265">
                <a:extLst>
                  <a:ext uri="{FF2B5EF4-FFF2-40B4-BE49-F238E27FC236}">
                    <a16:creationId xmlns:a16="http://schemas.microsoft.com/office/drawing/2014/main" id="{A617CF42-7094-DF48-9FE3-8576690A7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6"/>
                <a:ext cx="717" cy="13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13" name="AutoShape 266">
                <a:extLst>
                  <a:ext uri="{FF2B5EF4-FFF2-40B4-BE49-F238E27FC236}">
                    <a16:creationId xmlns:a16="http://schemas.microsoft.com/office/drawing/2014/main" id="{B0172EEF-ECF6-3F4E-8AB9-8E7DDD6B5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8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97" name="Freeform 267">
              <a:extLst>
                <a:ext uri="{FF2B5EF4-FFF2-40B4-BE49-F238E27FC236}">
                  <a16:creationId xmlns:a16="http://schemas.microsoft.com/office/drawing/2014/main" id="{7CEECD51-09AC-4C42-8D51-F2DA54210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98" name="Group 268">
              <a:extLst>
                <a:ext uri="{FF2B5EF4-FFF2-40B4-BE49-F238E27FC236}">
                  <a16:creationId xmlns:a16="http://schemas.microsoft.com/office/drawing/2014/main" id="{7DFBC11F-11F8-3149-8454-A103E56E6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7" y="1325"/>
              <a:ext cx="586" cy="143"/>
              <a:chOff x="611" y="2566"/>
              <a:chExt cx="730" cy="143"/>
            </a:xfrm>
          </p:grpSpPr>
          <p:sp>
            <p:nvSpPr>
              <p:cNvPr id="310" name="AutoShape 269">
                <a:extLst>
                  <a:ext uri="{FF2B5EF4-FFF2-40B4-BE49-F238E27FC236}">
                    <a16:creationId xmlns:a16="http://schemas.microsoft.com/office/drawing/2014/main" id="{23FCC392-9DBD-B140-9E27-DAE7A4240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11" name="AutoShape 270">
                <a:extLst>
                  <a:ext uri="{FF2B5EF4-FFF2-40B4-BE49-F238E27FC236}">
                    <a16:creationId xmlns:a16="http://schemas.microsoft.com/office/drawing/2014/main" id="{88CF1C96-60A6-9849-BB63-4D4AFCB69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0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299" name="Rectangle 271">
              <a:extLst>
                <a:ext uri="{FF2B5EF4-FFF2-40B4-BE49-F238E27FC236}">
                  <a16:creationId xmlns:a16="http://schemas.microsoft.com/office/drawing/2014/main" id="{110492DE-FEC4-2A48-8714-076D4D7C9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0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00" name="Freeform 272">
              <a:extLst>
                <a:ext uri="{FF2B5EF4-FFF2-40B4-BE49-F238E27FC236}">
                  <a16:creationId xmlns:a16="http://schemas.microsoft.com/office/drawing/2014/main" id="{C873BD6E-0AE9-C24C-A8CD-5183F859B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01" name="Freeform 273">
              <a:extLst>
                <a:ext uri="{FF2B5EF4-FFF2-40B4-BE49-F238E27FC236}">
                  <a16:creationId xmlns:a16="http://schemas.microsoft.com/office/drawing/2014/main" id="{F7DAA910-8269-D848-AD60-D0461B81A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02" name="Oval 274">
              <a:extLst>
                <a:ext uri="{FF2B5EF4-FFF2-40B4-BE49-F238E27FC236}">
                  <a16:creationId xmlns:a16="http://schemas.microsoft.com/office/drawing/2014/main" id="{335F4609-6187-7145-86BF-736515740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0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03" name="Freeform 275">
              <a:extLst>
                <a:ext uri="{FF2B5EF4-FFF2-40B4-BE49-F238E27FC236}">
                  <a16:creationId xmlns:a16="http://schemas.microsoft.com/office/drawing/2014/main" id="{F1FDC672-CD54-314A-9383-84BAEA801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04" name="AutoShape 276">
              <a:extLst>
                <a:ext uri="{FF2B5EF4-FFF2-40B4-BE49-F238E27FC236}">
                  <a16:creationId xmlns:a16="http://schemas.microsoft.com/office/drawing/2014/main" id="{D58F1D4B-008B-C74F-89A4-AD01DBC05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2"/>
              <a:ext cx="1199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05" name="AutoShape 277">
              <a:extLst>
                <a:ext uri="{FF2B5EF4-FFF2-40B4-BE49-F238E27FC236}">
                  <a16:creationId xmlns:a16="http://schemas.microsoft.com/office/drawing/2014/main" id="{99BD4DE2-EB8F-F349-9F08-4FBE61F0A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1"/>
              <a:ext cx="107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06" name="Oval 278">
              <a:extLst>
                <a:ext uri="{FF2B5EF4-FFF2-40B4-BE49-F238E27FC236}">
                  <a16:creationId xmlns:a16="http://schemas.microsoft.com/office/drawing/2014/main" id="{090E6435-D22F-1C4C-8C5E-119419940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07" name="Oval 279">
              <a:extLst>
                <a:ext uri="{FF2B5EF4-FFF2-40B4-BE49-F238E27FC236}">
                  <a16:creationId xmlns:a16="http://schemas.microsoft.com/office/drawing/2014/main" id="{3B1971DF-3F77-F144-B959-EB3C885C9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08" name="Oval 280">
              <a:extLst>
                <a:ext uri="{FF2B5EF4-FFF2-40B4-BE49-F238E27FC236}">
                  <a16:creationId xmlns:a16="http://schemas.microsoft.com/office/drawing/2014/main" id="{E0C4AC54-7007-8942-B75D-D0D8FC27F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3"/>
              <a:ext cx="156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09" name="Rectangle 281">
              <a:extLst>
                <a:ext uri="{FF2B5EF4-FFF2-40B4-BE49-F238E27FC236}">
                  <a16:creationId xmlns:a16="http://schemas.microsoft.com/office/drawing/2014/main" id="{C940E72D-B157-2D41-A967-32D51E28C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6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</p:grpSp>
      <p:grpSp>
        <p:nvGrpSpPr>
          <p:cNvPr id="318" name="Group 249">
            <a:extLst>
              <a:ext uri="{FF2B5EF4-FFF2-40B4-BE49-F238E27FC236}">
                <a16:creationId xmlns:a16="http://schemas.microsoft.com/office/drawing/2014/main" id="{68EA4126-61C5-B245-9365-6970C2CA22B9}"/>
              </a:ext>
            </a:extLst>
          </p:cNvPr>
          <p:cNvGrpSpPr>
            <a:grpSpLocks/>
          </p:cNvGrpSpPr>
          <p:nvPr/>
        </p:nvGrpSpPr>
        <p:grpSpPr bwMode="auto">
          <a:xfrm>
            <a:off x="8281194" y="5430326"/>
            <a:ext cx="344487" cy="638174"/>
            <a:chOff x="4140" y="429"/>
            <a:chExt cx="1425" cy="2396"/>
          </a:xfrm>
        </p:grpSpPr>
        <p:sp>
          <p:nvSpPr>
            <p:cNvPr id="319" name="Freeform 250">
              <a:extLst>
                <a:ext uri="{FF2B5EF4-FFF2-40B4-BE49-F238E27FC236}">
                  <a16:creationId xmlns:a16="http://schemas.microsoft.com/office/drawing/2014/main" id="{03FD946A-A544-4D41-B9BE-619167E8A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20" name="Rectangle 251">
              <a:extLst>
                <a:ext uri="{FF2B5EF4-FFF2-40B4-BE49-F238E27FC236}">
                  <a16:creationId xmlns:a16="http://schemas.microsoft.com/office/drawing/2014/main" id="{BA89E3AF-578B-6F45-AD40-5936AEDAD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21" name="Freeform 252">
              <a:extLst>
                <a:ext uri="{FF2B5EF4-FFF2-40B4-BE49-F238E27FC236}">
                  <a16:creationId xmlns:a16="http://schemas.microsoft.com/office/drawing/2014/main" id="{9D03AFB1-ED3A-1B40-BED4-A3D4369CC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22" name="Freeform 253">
              <a:extLst>
                <a:ext uri="{FF2B5EF4-FFF2-40B4-BE49-F238E27FC236}">
                  <a16:creationId xmlns:a16="http://schemas.microsoft.com/office/drawing/2014/main" id="{7E22D59E-0D81-A849-9B76-276DF20EB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23" name="Rectangle 254">
              <a:extLst>
                <a:ext uri="{FF2B5EF4-FFF2-40B4-BE49-F238E27FC236}">
                  <a16:creationId xmlns:a16="http://schemas.microsoft.com/office/drawing/2014/main" id="{8198A04F-07A4-D542-8B83-78EE1677F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1"/>
              <a:ext cx="598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324" name="Group 255">
              <a:extLst>
                <a:ext uri="{FF2B5EF4-FFF2-40B4-BE49-F238E27FC236}">
                  <a16:creationId xmlns:a16="http://schemas.microsoft.com/office/drawing/2014/main" id="{3C0968E0-9743-8148-9D82-5C52BB4E25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1" y="658"/>
              <a:ext cx="578" cy="131"/>
              <a:chOff x="616" y="2567"/>
              <a:chExt cx="721" cy="126"/>
            </a:xfrm>
          </p:grpSpPr>
          <p:sp>
            <p:nvSpPr>
              <p:cNvPr id="349" name="AutoShape 256">
                <a:extLst>
                  <a:ext uri="{FF2B5EF4-FFF2-40B4-BE49-F238E27FC236}">
                    <a16:creationId xmlns:a16="http://schemas.microsoft.com/office/drawing/2014/main" id="{BA1BD9B4-9E28-B849-BD29-2113584AD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1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50" name="AutoShape 257">
                <a:extLst>
                  <a:ext uri="{FF2B5EF4-FFF2-40B4-BE49-F238E27FC236}">
                    <a16:creationId xmlns:a16="http://schemas.microsoft.com/office/drawing/2014/main" id="{014FB0BC-FBC7-AC42-B072-60A46D3F6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5"/>
                <a:ext cx="688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325" name="Rectangle 258">
              <a:extLst>
                <a:ext uri="{FF2B5EF4-FFF2-40B4-BE49-F238E27FC236}">
                  <a16:creationId xmlns:a16="http://schemas.microsoft.com/office/drawing/2014/main" id="{7F22C810-B4A9-3B46-A125-88FDBEEE8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1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326" name="Group 259">
              <a:extLst>
                <a:ext uri="{FF2B5EF4-FFF2-40B4-BE49-F238E27FC236}">
                  <a16:creationId xmlns:a16="http://schemas.microsoft.com/office/drawing/2014/main" id="{D0932DC9-C2FC-624C-AC00-63C6834F7B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4" y="993"/>
              <a:ext cx="584" cy="131"/>
              <a:chOff x="610" y="2569"/>
              <a:chExt cx="729" cy="136"/>
            </a:xfrm>
          </p:grpSpPr>
          <p:sp>
            <p:nvSpPr>
              <p:cNvPr id="347" name="AutoShape 260">
                <a:extLst>
                  <a:ext uri="{FF2B5EF4-FFF2-40B4-BE49-F238E27FC236}">
                    <a16:creationId xmlns:a16="http://schemas.microsoft.com/office/drawing/2014/main" id="{1770F5E5-CACF-E24C-A903-196249516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" y="2569"/>
                <a:ext cx="729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48" name="AutoShape 261">
                <a:extLst>
                  <a:ext uri="{FF2B5EF4-FFF2-40B4-BE49-F238E27FC236}">
                    <a16:creationId xmlns:a16="http://schemas.microsoft.com/office/drawing/2014/main" id="{2E363636-8BCE-6141-B378-34F3110A5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88"/>
                <a:ext cx="697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327" name="Rectangle 262">
              <a:extLst>
                <a:ext uri="{FF2B5EF4-FFF2-40B4-BE49-F238E27FC236}">
                  <a16:creationId xmlns:a16="http://schemas.microsoft.com/office/drawing/2014/main" id="{F71E475E-36BE-3648-B0BF-E64FC5D6D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9"/>
              <a:ext cx="591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28" name="Rectangle 263">
              <a:extLst>
                <a:ext uri="{FF2B5EF4-FFF2-40B4-BE49-F238E27FC236}">
                  <a16:creationId xmlns:a16="http://schemas.microsoft.com/office/drawing/2014/main" id="{E1A90110-1263-1647-843A-9CCA5979E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7"/>
              <a:ext cx="598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329" name="Group 264">
              <a:extLst>
                <a:ext uri="{FF2B5EF4-FFF2-40B4-BE49-F238E27FC236}">
                  <a16:creationId xmlns:a16="http://schemas.microsoft.com/office/drawing/2014/main" id="{728FB70D-B8C3-4144-A7F8-79DB8C4D39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8" y="1630"/>
              <a:ext cx="572" cy="149"/>
              <a:chOff x="617" y="2568"/>
              <a:chExt cx="712" cy="137"/>
            </a:xfrm>
          </p:grpSpPr>
          <p:sp>
            <p:nvSpPr>
              <p:cNvPr id="345" name="AutoShape 265">
                <a:extLst>
                  <a:ext uri="{FF2B5EF4-FFF2-40B4-BE49-F238E27FC236}">
                    <a16:creationId xmlns:a16="http://schemas.microsoft.com/office/drawing/2014/main" id="{9808E07C-F46D-5A42-B61A-CD12271FD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2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46" name="AutoShape 266">
                <a:extLst>
                  <a:ext uri="{FF2B5EF4-FFF2-40B4-BE49-F238E27FC236}">
                    <a16:creationId xmlns:a16="http://schemas.microsoft.com/office/drawing/2014/main" id="{1E397763-A7E9-3B43-9E37-230D905D5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330" name="Freeform 267">
              <a:extLst>
                <a:ext uri="{FF2B5EF4-FFF2-40B4-BE49-F238E27FC236}">
                  <a16:creationId xmlns:a16="http://schemas.microsoft.com/office/drawing/2014/main" id="{E198877E-A23F-C446-9FD8-EF7E169D1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331" name="Group 268">
              <a:extLst>
                <a:ext uri="{FF2B5EF4-FFF2-40B4-BE49-F238E27FC236}">
                  <a16:creationId xmlns:a16="http://schemas.microsoft.com/office/drawing/2014/main" id="{32C62292-5B21-F945-BDA3-290907751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7" y="1329"/>
              <a:ext cx="584" cy="137"/>
              <a:chOff x="612" y="2570"/>
              <a:chExt cx="728" cy="137"/>
            </a:xfrm>
          </p:grpSpPr>
          <p:sp>
            <p:nvSpPr>
              <p:cNvPr id="343" name="AutoShape 269">
                <a:extLst>
                  <a:ext uri="{FF2B5EF4-FFF2-40B4-BE49-F238E27FC236}">
                    <a16:creationId xmlns:a16="http://schemas.microsoft.com/office/drawing/2014/main" id="{6062F8E5-CCE7-D849-ABDF-98604BDD7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44" name="AutoShape 270">
                <a:extLst>
                  <a:ext uri="{FF2B5EF4-FFF2-40B4-BE49-F238E27FC236}">
                    <a16:creationId xmlns:a16="http://schemas.microsoft.com/office/drawing/2014/main" id="{CD9C61B7-26D4-024E-9F02-4423C2543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8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332" name="Rectangle 271">
              <a:extLst>
                <a:ext uri="{FF2B5EF4-FFF2-40B4-BE49-F238E27FC236}">
                  <a16:creationId xmlns:a16="http://schemas.microsoft.com/office/drawing/2014/main" id="{22D906A4-17C6-5046-BFBE-1C4A75061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6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33" name="Freeform 272">
              <a:extLst>
                <a:ext uri="{FF2B5EF4-FFF2-40B4-BE49-F238E27FC236}">
                  <a16:creationId xmlns:a16="http://schemas.microsoft.com/office/drawing/2014/main" id="{0B0D781B-6415-EA42-9E3F-79EBC4E11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34" name="Freeform 273">
              <a:extLst>
                <a:ext uri="{FF2B5EF4-FFF2-40B4-BE49-F238E27FC236}">
                  <a16:creationId xmlns:a16="http://schemas.microsoft.com/office/drawing/2014/main" id="{AE06AE89-DFA2-2C4A-9EDA-978132723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35" name="Oval 274">
              <a:extLst>
                <a:ext uri="{FF2B5EF4-FFF2-40B4-BE49-F238E27FC236}">
                  <a16:creationId xmlns:a16="http://schemas.microsoft.com/office/drawing/2014/main" id="{BA3E6436-5E11-6D45-B846-5CBD6F142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0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36" name="Freeform 275">
              <a:extLst>
                <a:ext uri="{FF2B5EF4-FFF2-40B4-BE49-F238E27FC236}">
                  <a16:creationId xmlns:a16="http://schemas.microsoft.com/office/drawing/2014/main" id="{D0B77E4D-88D1-0A4F-BDC8-0708C0203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37" name="AutoShape 276">
              <a:extLst>
                <a:ext uri="{FF2B5EF4-FFF2-40B4-BE49-F238E27FC236}">
                  <a16:creationId xmlns:a16="http://schemas.microsoft.com/office/drawing/2014/main" id="{15E12929-7F3D-6C4D-AB25-6797773BE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2"/>
              <a:ext cx="1202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38" name="AutoShape 277">
              <a:extLst>
                <a:ext uri="{FF2B5EF4-FFF2-40B4-BE49-F238E27FC236}">
                  <a16:creationId xmlns:a16="http://schemas.microsoft.com/office/drawing/2014/main" id="{1A9C7A0A-58EB-FE41-A25E-2723CB8CB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70" cy="7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39" name="Oval 278">
              <a:extLst>
                <a:ext uri="{FF2B5EF4-FFF2-40B4-BE49-F238E27FC236}">
                  <a16:creationId xmlns:a16="http://schemas.microsoft.com/office/drawing/2014/main" id="{20851815-EFF7-6744-9B9A-E3A5840B2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2384"/>
              <a:ext cx="16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40" name="Oval 279">
              <a:extLst>
                <a:ext uri="{FF2B5EF4-FFF2-40B4-BE49-F238E27FC236}">
                  <a16:creationId xmlns:a16="http://schemas.microsoft.com/office/drawing/2014/main" id="{03423A8B-1E04-524E-85D4-24AD4CC63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41" name="Oval 280">
              <a:extLst>
                <a:ext uri="{FF2B5EF4-FFF2-40B4-BE49-F238E27FC236}">
                  <a16:creationId xmlns:a16="http://schemas.microsoft.com/office/drawing/2014/main" id="{49A5EE85-1C7C-5E43-A0F4-AB0785698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378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42" name="Rectangle 281">
              <a:extLst>
                <a:ext uri="{FF2B5EF4-FFF2-40B4-BE49-F238E27FC236}">
                  <a16:creationId xmlns:a16="http://schemas.microsoft.com/office/drawing/2014/main" id="{07BF6B67-D2A7-0240-B19B-6E37F6224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6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</p:grpSp>
      <p:grpSp>
        <p:nvGrpSpPr>
          <p:cNvPr id="351" name="Group 249">
            <a:extLst>
              <a:ext uri="{FF2B5EF4-FFF2-40B4-BE49-F238E27FC236}">
                <a16:creationId xmlns:a16="http://schemas.microsoft.com/office/drawing/2014/main" id="{5F565DF6-5AC8-8F43-B52D-A0481F7955A6}"/>
              </a:ext>
            </a:extLst>
          </p:cNvPr>
          <p:cNvGrpSpPr>
            <a:grpSpLocks/>
          </p:cNvGrpSpPr>
          <p:nvPr/>
        </p:nvGrpSpPr>
        <p:grpSpPr bwMode="auto">
          <a:xfrm>
            <a:off x="7550951" y="3671376"/>
            <a:ext cx="342902" cy="636587"/>
            <a:chOff x="4140" y="429"/>
            <a:chExt cx="1425" cy="2396"/>
          </a:xfrm>
        </p:grpSpPr>
        <p:sp>
          <p:nvSpPr>
            <p:cNvPr id="352" name="Freeform 250">
              <a:extLst>
                <a:ext uri="{FF2B5EF4-FFF2-40B4-BE49-F238E27FC236}">
                  <a16:creationId xmlns:a16="http://schemas.microsoft.com/office/drawing/2014/main" id="{F46730D3-05BE-BA48-B9D2-49802E624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53" name="Rectangle 251">
              <a:extLst>
                <a:ext uri="{FF2B5EF4-FFF2-40B4-BE49-F238E27FC236}">
                  <a16:creationId xmlns:a16="http://schemas.microsoft.com/office/drawing/2014/main" id="{5D21E0FA-D306-5E46-B041-EBB282A9F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9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54" name="Freeform 252">
              <a:extLst>
                <a:ext uri="{FF2B5EF4-FFF2-40B4-BE49-F238E27FC236}">
                  <a16:creationId xmlns:a16="http://schemas.microsoft.com/office/drawing/2014/main" id="{2A5442FE-6672-9343-A1C4-6E532FBC8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55" name="Freeform 253">
              <a:extLst>
                <a:ext uri="{FF2B5EF4-FFF2-40B4-BE49-F238E27FC236}">
                  <a16:creationId xmlns:a16="http://schemas.microsoft.com/office/drawing/2014/main" id="{4014C987-CFC8-F54C-85D9-FD99FD20B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56" name="Rectangle 254">
              <a:extLst>
                <a:ext uri="{FF2B5EF4-FFF2-40B4-BE49-F238E27FC236}">
                  <a16:creationId xmlns:a16="http://schemas.microsoft.com/office/drawing/2014/main" id="{7C3B826F-7EA4-6144-9A0F-AC8C0662B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2"/>
              <a:ext cx="594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357" name="Group 255">
              <a:extLst>
                <a:ext uri="{FF2B5EF4-FFF2-40B4-BE49-F238E27FC236}">
                  <a16:creationId xmlns:a16="http://schemas.microsoft.com/office/drawing/2014/main" id="{93783D4B-005D-CE41-BF2D-F79E33B5C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6" y="670"/>
              <a:ext cx="580" cy="143"/>
              <a:chOff x="611" y="2568"/>
              <a:chExt cx="724" cy="137"/>
            </a:xfrm>
          </p:grpSpPr>
          <p:sp>
            <p:nvSpPr>
              <p:cNvPr id="382" name="AutoShape 256">
                <a:extLst>
                  <a:ext uri="{FF2B5EF4-FFF2-40B4-BE49-F238E27FC236}">
                    <a16:creationId xmlns:a16="http://schemas.microsoft.com/office/drawing/2014/main" id="{0C21CAF6-EC48-1444-A567-C9AF165AD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83" name="AutoShape 257">
                <a:extLst>
                  <a:ext uri="{FF2B5EF4-FFF2-40B4-BE49-F238E27FC236}">
                    <a16:creationId xmlns:a16="http://schemas.microsoft.com/office/drawing/2014/main" id="{E2F1CCC3-3B79-DA4A-B418-FFBBB99E0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2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358" name="Rectangle 258">
              <a:extLst>
                <a:ext uri="{FF2B5EF4-FFF2-40B4-BE49-F238E27FC236}">
                  <a16:creationId xmlns:a16="http://schemas.microsoft.com/office/drawing/2014/main" id="{DB6401DB-2103-EF4C-A516-65337633E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1"/>
              <a:ext cx="594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359" name="Group 259">
              <a:extLst>
                <a:ext uri="{FF2B5EF4-FFF2-40B4-BE49-F238E27FC236}">
                  <a16:creationId xmlns:a16="http://schemas.microsoft.com/office/drawing/2014/main" id="{8FBDCEEB-DA87-F749-BF4B-DE3E2D1B62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5"/>
              <a:ext cx="580" cy="131"/>
              <a:chOff x="614" y="2571"/>
              <a:chExt cx="724" cy="136"/>
            </a:xfrm>
          </p:grpSpPr>
          <p:sp>
            <p:nvSpPr>
              <p:cNvPr id="380" name="AutoShape 260">
                <a:extLst>
                  <a:ext uri="{FF2B5EF4-FFF2-40B4-BE49-F238E27FC236}">
                    <a16:creationId xmlns:a16="http://schemas.microsoft.com/office/drawing/2014/main" id="{255465CA-6A3C-B64B-857C-EAD47420A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1"/>
                <a:ext cx="724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81" name="AutoShape 261">
                <a:extLst>
                  <a:ext uri="{FF2B5EF4-FFF2-40B4-BE49-F238E27FC236}">
                    <a16:creationId xmlns:a16="http://schemas.microsoft.com/office/drawing/2014/main" id="{1FEAA23A-541E-FD4B-B66B-8E6229D7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9"/>
                <a:ext cx="692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360" name="Rectangle 262">
              <a:extLst>
                <a:ext uri="{FF2B5EF4-FFF2-40B4-BE49-F238E27FC236}">
                  <a16:creationId xmlns:a16="http://schemas.microsoft.com/office/drawing/2014/main" id="{B78EE2EC-297B-674E-BC9E-AF2A079A0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5"/>
              <a:ext cx="594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61" name="Rectangle 263">
              <a:extLst>
                <a:ext uri="{FF2B5EF4-FFF2-40B4-BE49-F238E27FC236}">
                  <a16:creationId xmlns:a16="http://schemas.microsoft.com/office/drawing/2014/main" id="{BB43DCC3-AACE-2547-BB94-7B16A8FBC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4"/>
              <a:ext cx="600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grpSp>
          <p:nvGrpSpPr>
            <p:cNvPr id="362" name="Group 264">
              <a:extLst>
                <a:ext uri="{FF2B5EF4-FFF2-40B4-BE49-F238E27FC236}">
                  <a16:creationId xmlns:a16="http://schemas.microsoft.com/office/drawing/2014/main" id="{BE9FAFEA-3207-7B40-8DCF-C51EC50CFD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28"/>
              <a:ext cx="574" cy="143"/>
              <a:chOff x="612" y="2576"/>
              <a:chExt cx="715" cy="132"/>
            </a:xfrm>
          </p:grpSpPr>
          <p:sp>
            <p:nvSpPr>
              <p:cNvPr id="378" name="AutoShape 265">
                <a:extLst>
                  <a:ext uri="{FF2B5EF4-FFF2-40B4-BE49-F238E27FC236}">
                    <a16:creationId xmlns:a16="http://schemas.microsoft.com/office/drawing/2014/main" id="{D5B1C960-9726-DC4E-8122-147912CFA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15" cy="13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79" name="AutoShape 266">
                <a:extLst>
                  <a:ext uri="{FF2B5EF4-FFF2-40B4-BE49-F238E27FC236}">
                    <a16:creationId xmlns:a16="http://schemas.microsoft.com/office/drawing/2014/main" id="{5733F569-CE15-F34F-BD6D-ADB63FE00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8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363" name="Freeform 267">
              <a:extLst>
                <a:ext uri="{FF2B5EF4-FFF2-40B4-BE49-F238E27FC236}">
                  <a16:creationId xmlns:a16="http://schemas.microsoft.com/office/drawing/2014/main" id="{C1F7D361-20D4-6449-A457-1CFA8ABB1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364" name="Group 268">
              <a:extLst>
                <a:ext uri="{FF2B5EF4-FFF2-40B4-BE49-F238E27FC236}">
                  <a16:creationId xmlns:a16="http://schemas.microsoft.com/office/drawing/2014/main" id="{C722D5CE-FFF5-B04A-B766-E46D8B6F7B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1325"/>
              <a:ext cx="580" cy="143"/>
              <a:chOff x="616" y="2566"/>
              <a:chExt cx="723" cy="143"/>
            </a:xfrm>
          </p:grpSpPr>
          <p:sp>
            <p:nvSpPr>
              <p:cNvPr id="376" name="AutoShape 269">
                <a:extLst>
                  <a:ext uri="{FF2B5EF4-FFF2-40B4-BE49-F238E27FC236}">
                    <a16:creationId xmlns:a16="http://schemas.microsoft.com/office/drawing/2014/main" id="{67DF6ED1-AA32-5447-9FDE-240463698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77" name="AutoShape 270">
                <a:extLst>
                  <a:ext uri="{FF2B5EF4-FFF2-40B4-BE49-F238E27FC236}">
                    <a16:creationId xmlns:a16="http://schemas.microsoft.com/office/drawing/2014/main" id="{90A9D118-8880-C54A-BBC7-CE7D1B848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0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sp>
          <p:nvSpPr>
            <p:cNvPr id="365" name="Rectangle 271">
              <a:extLst>
                <a:ext uri="{FF2B5EF4-FFF2-40B4-BE49-F238E27FC236}">
                  <a16:creationId xmlns:a16="http://schemas.microsoft.com/office/drawing/2014/main" id="{A690A284-3B4A-7F46-B9EF-C8E5D372C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66" name="Freeform 272">
              <a:extLst>
                <a:ext uri="{FF2B5EF4-FFF2-40B4-BE49-F238E27FC236}">
                  <a16:creationId xmlns:a16="http://schemas.microsoft.com/office/drawing/2014/main" id="{FAE0BC8A-CB61-E247-8129-A06A78048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67" name="Freeform 273">
              <a:extLst>
                <a:ext uri="{FF2B5EF4-FFF2-40B4-BE49-F238E27FC236}">
                  <a16:creationId xmlns:a16="http://schemas.microsoft.com/office/drawing/2014/main" id="{8A349497-6444-AD48-9247-E4C5739B5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68" name="Oval 274">
              <a:extLst>
                <a:ext uri="{FF2B5EF4-FFF2-40B4-BE49-F238E27FC236}">
                  <a16:creationId xmlns:a16="http://schemas.microsoft.com/office/drawing/2014/main" id="{BDC79C41-E09A-2443-BDEC-2A6F17C64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0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69" name="Freeform 275">
              <a:extLst>
                <a:ext uri="{FF2B5EF4-FFF2-40B4-BE49-F238E27FC236}">
                  <a16:creationId xmlns:a16="http://schemas.microsoft.com/office/drawing/2014/main" id="{0473CFC7-92BF-8940-AF0E-19B054B5A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70" name="AutoShape 276">
              <a:extLst>
                <a:ext uri="{FF2B5EF4-FFF2-40B4-BE49-F238E27FC236}">
                  <a16:creationId xmlns:a16="http://schemas.microsoft.com/office/drawing/2014/main" id="{1969FD72-203F-C144-87E3-567866526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2"/>
              <a:ext cx="1201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71" name="AutoShape 277">
              <a:extLst>
                <a:ext uri="{FF2B5EF4-FFF2-40B4-BE49-F238E27FC236}">
                  <a16:creationId xmlns:a16="http://schemas.microsoft.com/office/drawing/2014/main" id="{2CDDCA63-AFD3-484C-B3ED-91A6C8F4A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1"/>
              <a:ext cx="1069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72" name="Oval 278">
              <a:extLst>
                <a:ext uri="{FF2B5EF4-FFF2-40B4-BE49-F238E27FC236}">
                  <a16:creationId xmlns:a16="http://schemas.microsoft.com/office/drawing/2014/main" id="{54DEE2B5-F030-E44E-B87D-CD1F5CA57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3"/>
              <a:ext cx="165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73" name="Oval 279">
              <a:extLst>
                <a:ext uri="{FF2B5EF4-FFF2-40B4-BE49-F238E27FC236}">
                  <a16:creationId xmlns:a16="http://schemas.microsoft.com/office/drawing/2014/main" id="{25DBA9D9-B221-EA4B-8D68-29FEF58A9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3"/>
              <a:ext cx="165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74" name="Oval 280">
              <a:extLst>
                <a:ext uri="{FF2B5EF4-FFF2-40B4-BE49-F238E27FC236}">
                  <a16:creationId xmlns:a16="http://schemas.microsoft.com/office/drawing/2014/main" id="{C222FC8B-E674-3645-9289-8BBF6B062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58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  <p:sp>
          <p:nvSpPr>
            <p:cNvPr id="375" name="Rectangle 281">
              <a:extLst>
                <a:ext uri="{FF2B5EF4-FFF2-40B4-BE49-F238E27FC236}">
                  <a16:creationId xmlns:a16="http://schemas.microsoft.com/office/drawing/2014/main" id="{24E8831C-4EF1-484C-A81B-D543074B8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3"/>
              <a:ext cx="79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/>
              </a:endParaRPr>
            </a:p>
          </p:txBody>
        </p:sp>
      </p:grpSp>
      <p:sp>
        <p:nvSpPr>
          <p:cNvPr id="384" name="TextBox 182">
            <a:extLst>
              <a:ext uri="{FF2B5EF4-FFF2-40B4-BE49-F238E27FC236}">
                <a16:creationId xmlns:a16="http://schemas.microsoft.com/office/drawing/2014/main" id="{BD6D333C-911B-244D-8202-FCB19852A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844" y="6073263"/>
            <a:ext cx="17748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EdgeKeyCDN.com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385" name="Picture 7" descr="Bob">
            <a:extLst>
              <a:ext uri="{FF2B5EF4-FFF2-40B4-BE49-F238E27FC236}">
                <a16:creationId xmlns:a16="http://schemas.microsoft.com/office/drawing/2014/main" id="{90ED42D1-C148-ED47-833B-0963EA878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369" y="2274376"/>
            <a:ext cx="533400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6" name="Group 385">
            <a:extLst>
              <a:ext uri="{FF2B5EF4-FFF2-40B4-BE49-F238E27FC236}">
                <a16:creationId xmlns:a16="http://schemas.microsoft.com/office/drawing/2014/main" id="{035EE262-4E26-6A4E-868C-00FFE64716F6}"/>
              </a:ext>
            </a:extLst>
          </p:cNvPr>
          <p:cNvGrpSpPr>
            <a:grpSpLocks/>
          </p:cNvGrpSpPr>
          <p:nvPr/>
        </p:nvGrpSpPr>
        <p:grpSpPr bwMode="auto">
          <a:xfrm>
            <a:off x="4318794" y="2918901"/>
            <a:ext cx="1628775" cy="1063625"/>
            <a:chOff x="1490926" y="3037262"/>
            <a:chExt cx="1628976" cy="1063042"/>
          </a:xfrm>
        </p:grpSpPr>
        <p:cxnSp>
          <p:nvCxnSpPr>
            <p:cNvPr id="387" name="Straight Arrow Connector 44">
              <a:extLst>
                <a:ext uri="{FF2B5EF4-FFF2-40B4-BE49-F238E27FC236}">
                  <a16:creationId xmlns:a16="http://schemas.microsoft.com/office/drawing/2014/main" id="{EC9B7F0F-F8C6-764B-9846-0689779FD2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90926" y="3037262"/>
              <a:ext cx="1628976" cy="106304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88" name="Group 61441">
              <a:extLst>
                <a:ext uri="{FF2B5EF4-FFF2-40B4-BE49-F238E27FC236}">
                  <a16:creationId xmlns:a16="http://schemas.microsoft.com/office/drawing/2014/main" id="{4D1DC8B6-C122-E74D-B508-03D946281A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6927" y="3410016"/>
              <a:ext cx="317511" cy="345125"/>
              <a:chOff x="7454630" y="3313376"/>
              <a:chExt cx="317511" cy="345125"/>
            </a:xfrm>
          </p:grpSpPr>
          <p:sp>
            <p:nvSpPr>
              <p:cNvPr id="389" name="Oval 61440">
                <a:extLst>
                  <a:ext uri="{FF2B5EF4-FFF2-40B4-BE49-F238E27FC236}">
                    <a16:creationId xmlns:a16="http://schemas.microsoft.com/office/drawing/2014/main" id="{93EDCA37-C24D-8F44-9E75-91521C6D3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8434" y="3354794"/>
                <a:ext cx="303707" cy="303707"/>
              </a:xfrm>
              <a:prstGeom prst="ellipse">
                <a:avLst/>
              </a:prstGeom>
              <a:solidFill>
                <a:srgbClr val="FFFFFF"/>
              </a:soli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390" name="TextBox 61439">
                <a:extLst>
                  <a:ext uri="{FF2B5EF4-FFF2-40B4-BE49-F238E27FC236}">
                    <a16:creationId xmlns:a16="http://schemas.microsoft.com/office/drawing/2014/main" id="{393991E9-81AE-214E-AF23-8915E8568B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4630" y="3313376"/>
                <a:ext cx="298817" cy="338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rPr>
                  <a:t>1</a:t>
                </a:r>
              </a:p>
            </p:txBody>
          </p:sp>
        </p:grpSp>
      </p:grpSp>
      <p:sp>
        <p:nvSpPr>
          <p:cNvPr id="391" name="TextBox 390">
            <a:extLst>
              <a:ext uri="{FF2B5EF4-FFF2-40B4-BE49-F238E27FC236}">
                <a16:creationId xmlns:a16="http://schemas.microsoft.com/office/drawing/2014/main" id="{952FF972-4062-FC46-876F-F05487F2D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656" y="2344226"/>
            <a:ext cx="286226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1. Bob gets URL for video https://hulu.com/6Y7B23V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from hulu.com web page</a:t>
            </a:r>
          </a:p>
        </p:txBody>
      </p: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509E4C1F-04A2-6443-B4E4-0E71C60C619C}"/>
              </a:ext>
            </a:extLst>
          </p:cNvPr>
          <p:cNvGrpSpPr>
            <a:grpSpLocks/>
          </p:cNvGrpSpPr>
          <p:nvPr/>
        </p:nvGrpSpPr>
        <p:grpSpPr bwMode="auto">
          <a:xfrm>
            <a:off x="6747669" y="3107813"/>
            <a:ext cx="714375" cy="684213"/>
            <a:chOff x="3924463" y="3239045"/>
            <a:chExt cx="713539" cy="684908"/>
          </a:xfrm>
        </p:grpSpPr>
        <p:cxnSp>
          <p:nvCxnSpPr>
            <p:cNvPr id="393" name="Straight Arrow Connector 193">
              <a:extLst>
                <a:ext uri="{FF2B5EF4-FFF2-40B4-BE49-F238E27FC236}">
                  <a16:creationId xmlns:a16="http://schemas.microsoft.com/office/drawing/2014/main" id="{27297D97-7349-D648-9865-F56724CE16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24463" y="3239045"/>
              <a:ext cx="713539" cy="68490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4" name="Group 194">
              <a:extLst>
                <a:ext uri="{FF2B5EF4-FFF2-40B4-BE49-F238E27FC236}">
                  <a16:creationId xmlns:a16="http://schemas.microsoft.com/office/drawing/2014/main" id="{33C21FF6-9FB9-DD4F-B432-F3AE79608C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1324" y="3293627"/>
              <a:ext cx="322117" cy="358925"/>
              <a:chOff x="7408615" y="3244352"/>
              <a:chExt cx="322117" cy="358925"/>
            </a:xfrm>
          </p:grpSpPr>
          <p:sp>
            <p:nvSpPr>
              <p:cNvPr id="395" name="Oval 195">
                <a:extLst>
                  <a:ext uri="{FF2B5EF4-FFF2-40B4-BE49-F238E27FC236}">
                    <a16:creationId xmlns:a16="http://schemas.microsoft.com/office/drawing/2014/main" id="{77F66551-33AD-D74C-AC6E-113291F2F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7025" y="3299570"/>
                <a:ext cx="303707" cy="303707"/>
              </a:xfrm>
              <a:prstGeom prst="ellipse">
                <a:avLst/>
              </a:prstGeom>
              <a:solidFill>
                <a:srgbClr val="FFFFFF"/>
              </a:soli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396" name="TextBox 196">
                <a:extLst>
                  <a:ext uri="{FF2B5EF4-FFF2-40B4-BE49-F238E27FC236}">
                    <a16:creationId xmlns:a16="http://schemas.microsoft.com/office/drawing/2014/main" id="{4F5F4F9E-A100-7B47-B2B2-9434ACA1D8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8615" y="3244352"/>
                <a:ext cx="298431" cy="3388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rPr>
                  <a:t>2</a:t>
                </a:r>
              </a:p>
            </p:txBody>
          </p:sp>
        </p:grpSp>
      </p:grpSp>
      <p:sp>
        <p:nvSpPr>
          <p:cNvPr id="397" name="TextBox 396">
            <a:extLst>
              <a:ext uri="{FF2B5EF4-FFF2-40B4-BE49-F238E27FC236}">
                <a16:creationId xmlns:a16="http://schemas.microsoft.com/office/drawing/2014/main" id="{D0D222BD-F17D-CA4B-8753-02501BB64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106" y="2863338"/>
            <a:ext cx="384968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2. resolve https://hulu.com/6Y7B23V</a:t>
            </a: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via Bob’s local DNS</a:t>
            </a:r>
          </a:p>
        </p:txBody>
      </p:sp>
      <p:sp>
        <p:nvSpPr>
          <p:cNvPr id="398" name="TextBox 201">
            <a:extLst>
              <a:ext uri="{FF2B5EF4-FFF2-40B4-BE49-F238E27FC236}">
                <a16:creationId xmlns:a16="http://schemas.microsoft.com/office/drawing/2014/main" id="{626CC49E-B156-624B-9A39-D5B5259F1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731" y="5809738"/>
            <a:ext cx="1768475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Hulu’s</a:t>
            </a:r>
          </a:p>
          <a:p>
            <a:pPr marL="0" marR="0" lvl="0" indent="0" algn="ctr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authoratative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 DNS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85841993-5BD0-9B49-9B28-301C420EF85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441031" y="4041263"/>
            <a:ext cx="3100388" cy="137636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D15B0CA2-8317-C347-995F-CD80D644344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421981" y="4150801"/>
            <a:ext cx="3100388" cy="1376362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07143E47-4F09-594F-A639-714BF074BEDB}"/>
              </a:ext>
            </a:extLst>
          </p:cNvPr>
          <p:cNvGrpSpPr>
            <a:grpSpLocks/>
          </p:cNvGrpSpPr>
          <p:nvPr/>
        </p:nvGrpSpPr>
        <p:grpSpPr bwMode="auto">
          <a:xfrm>
            <a:off x="4666456" y="5100126"/>
            <a:ext cx="317500" cy="344487"/>
            <a:chOff x="7454630" y="3313376"/>
            <a:chExt cx="317511" cy="345125"/>
          </a:xfrm>
        </p:grpSpPr>
        <p:sp>
          <p:nvSpPr>
            <p:cNvPr id="402" name="Oval 205">
              <a:extLst>
                <a:ext uri="{FF2B5EF4-FFF2-40B4-BE49-F238E27FC236}">
                  <a16:creationId xmlns:a16="http://schemas.microsoft.com/office/drawing/2014/main" id="{3A6B30D1-BE61-034D-AE0A-968B35619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03" name="TextBox 206">
              <a:extLst>
                <a:ext uri="{FF2B5EF4-FFF2-40B4-BE49-F238E27FC236}">
                  <a16:creationId xmlns:a16="http://schemas.microsoft.com/office/drawing/2014/main" id="{71904DCE-E8E1-254B-937E-A9E2181C1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4630" y="3313376"/>
              <a:ext cx="298790" cy="339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3</a:t>
              </a:r>
            </a:p>
          </p:txBody>
        </p:sp>
      </p:grpSp>
      <p:sp>
        <p:nvSpPr>
          <p:cNvPr id="404" name="TextBox 403">
            <a:extLst>
              <a:ext uri="{FF2B5EF4-FFF2-40B4-BE49-F238E27FC236}">
                <a16:creationId xmlns:a16="http://schemas.microsoft.com/office/drawing/2014/main" id="{39C2736F-EF91-3C48-BE75-B7C123CB5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031" y="4474651"/>
            <a:ext cx="3395663" cy="5699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3. </a:t>
            </a:r>
            <a:r>
              <a:rPr kumimoji="0" lang="en-U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hulu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’s DNS returns CNAME for </a:t>
            </a: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https://</a:t>
            </a:r>
            <a:r>
              <a:rPr kumimoji="0" lang="en-U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EdgeKeyCDN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.com/NetC6y&amp;B23V</a:t>
            </a:r>
          </a:p>
        </p:txBody>
      </p:sp>
      <p:cxnSp>
        <p:nvCxnSpPr>
          <p:cNvPr id="405" name="Straight Arrow Connector 404">
            <a:extLst>
              <a:ext uri="{FF2B5EF4-FFF2-40B4-BE49-F238E27FC236}">
                <a16:creationId xmlns:a16="http://schemas.microsoft.com/office/drawing/2014/main" id="{AE15AA97-8E65-0943-8C47-86BC8B8958E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60506" y="4357176"/>
            <a:ext cx="447675" cy="9620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63BF049A-C442-3F42-BD5E-0177C78C3DC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55756" y="4368288"/>
            <a:ext cx="447675" cy="96043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49EF432C-AF5B-DE4C-9D23-338ACBD51458}"/>
              </a:ext>
            </a:extLst>
          </p:cNvPr>
          <p:cNvGrpSpPr>
            <a:grpSpLocks/>
          </p:cNvGrpSpPr>
          <p:nvPr/>
        </p:nvGrpSpPr>
        <p:grpSpPr bwMode="auto">
          <a:xfrm>
            <a:off x="7944644" y="4609588"/>
            <a:ext cx="317500" cy="346075"/>
            <a:chOff x="7454630" y="3313376"/>
            <a:chExt cx="317511" cy="345125"/>
          </a:xfrm>
        </p:grpSpPr>
        <p:sp>
          <p:nvSpPr>
            <p:cNvPr id="408" name="Oval 213">
              <a:extLst>
                <a:ext uri="{FF2B5EF4-FFF2-40B4-BE49-F238E27FC236}">
                  <a16:creationId xmlns:a16="http://schemas.microsoft.com/office/drawing/2014/main" id="{238A22EE-4E78-1B4C-8EC1-95FBB3712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09" name="TextBox 214">
              <a:extLst>
                <a:ext uri="{FF2B5EF4-FFF2-40B4-BE49-F238E27FC236}">
                  <a16:creationId xmlns:a16="http://schemas.microsoft.com/office/drawing/2014/main" id="{1E561008-A0C6-4B46-9C31-9BFC59942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4630" y="3313376"/>
              <a:ext cx="298790" cy="338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4</a:t>
              </a:r>
            </a:p>
          </p:txBody>
        </p:sp>
      </p:grpSp>
      <p:cxnSp>
        <p:nvCxnSpPr>
          <p:cNvPr id="410" name="Straight Arrow Connector 409">
            <a:extLst>
              <a:ext uri="{FF2B5EF4-FFF2-40B4-BE49-F238E27FC236}">
                <a16:creationId xmlns:a16="http://schemas.microsoft.com/office/drawing/2014/main" id="{5AE10B27-3C87-914C-8F2B-E7A11C88CF5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11144" y="3204651"/>
            <a:ext cx="812800" cy="8223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FF68BA22-0748-0443-97B5-ABC135BFF89A}"/>
              </a:ext>
            </a:extLst>
          </p:cNvPr>
          <p:cNvGrpSpPr>
            <a:grpSpLocks/>
          </p:cNvGrpSpPr>
          <p:nvPr/>
        </p:nvGrpSpPr>
        <p:grpSpPr bwMode="auto">
          <a:xfrm>
            <a:off x="6982619" y="3549138"/>
            <a:ext cx="317500" cy="346075"/>
            <a:chOff x="7454630" y="3313376"/>
            <a:chExt cx="317511" cy="345125"/>
          </a:xfrm>
        </p:grpSpPr>
        <p:sp>
          <p:nvSpPr>
            <p:cNvPr id="412" name="Oval 223">
              <a:extLst>
                <a:ext uri="{FF2B5EF4-FFF2-40B4-BE49-F238E27FC236}">
                  <a16:creationId xmlns:a16="http://schemas.microsoft.com/office/drawing/2014/main" id="{BDCD12BC-5489-0B40-82C8-15B36A062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13" name="TextBox 224">
              <a:extLst>
                <a:ext uri="{FF2B5EF4-FFF2-40B4-BE49-F238E27FC236}">
                  <a16:creationId xmlns:a16="http://schemas.microsoft.com/office/drawing/2014/main" id="{90D7C417-3669-8249-9592-BB87A5601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4630" y="3313376"/>
              <a:ext cx="298790" cy="338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5</a:t>
              </a:r>
            </a:p>
          </p:txBody>
        </p:sp>
      </p:grp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AB49EF5F-CB45-5C4D-B85C-16D165D02BF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39656" y="3084001"/>
            <a:ext cx="4763" cy="23622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5" name="Up Arrow 414">
            <a:extLst>
              <a:ext uri="{FF2B5EF4-FFF2-40B4-BE49-F238E27FC236}">
                <a16:creationId xmlns:a16="http://schemas.microsoft.com/office/drawing/2014/main" id="{21229D4D-644B-0B45-A23F-92A9DFC2B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31" y="3077651"/>
            <a:ext cx="298450" cy="2284412"/>
          </a:xfrm>
          <a:prstGeom prst="upArrow">
            <a:avLst>
              <a:gd name="adj1" fmla="val 50000"/>
              <a:gd name="adj2" fmla="val 50249"/>
            </a:avLst>
          </a:prstGeom>
          <a:gradFill rotWithShape="1">
            <a:gsLst>
              <a:gs pos="0">
                <a:srgbClr val="000090"/>
              </a:gs>
              <a:gs pos="64000">
                <a:srgbClr val="000090"/>
              </a:gs>
              <a:gs pos="100000">
                <a:srgbClr val="FFFFFF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D6445686-B691-E444-ABCC-26447CF86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381" y="3614226"/>
            <a:ext cx="2027238" cy="812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6. request video from</a:t>
            </a: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EdgeKeyCDN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 server,</a:t>
            </a: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streamed via HTTP</a:t>
            </a:r>
          </a:p>
        </p:txBody>
      </p:sp>
      <p:sp>
        <p:nvSpPr>
          <p:cNvPr id="417" name="TextBox 232">
            <a:extLst>
              <a:ext uri="{FF2B5EF4-FFF2-40B4-BE49-F238E27FC236}">
                <a16:creationId xmlns:a16="http://schemas.microsoft.com/office/drawing/2014/main" id="{D7970AFB-28A6-FE4E-B409-C835D3B6F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1906" y="6035163"/>
            <a:ext cx="1706563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EdgeKeyCDN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ＭＳ Ｐゴシック" panose="020B0600070205080204" pitchFamily="34" charset="-128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authoritative DNS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418" name="TextBox 182">
            <a:extLst>
              <a:ext uri="{FF2B5EF4-FFF2-40B4-BE49-F238E27FC236}">
                <a16:creationId xmlns:a16="http://schemas.microsoft.com/office/drawing/2014/main" id="{301D4564-1CE9-1444-876E-162FDACE3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2094" y="3595176"/>
            <a:ext cx="10255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Bob’s </a:t>
            </a: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local DNS</a:t>
            </a: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 panose="020B0600070205080204" pitchFamily="34" charset="-128"/>
                <a:cs typeface="Arial"/>
              </a:rPr>
              <a:t>server</a:t>
            </a:r>
            <a:endParaRPr kumimoji="0" lang="en-US" altLang="en-US" sz="1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7CD0F5A8-17DB-0344-A2A1-BEBD799331AE}"/>
              </a:ext>
            </a:extLst>
          </p:cNvPr>
          <p:cNvSpPr txBox="1"/>
          <p:nvPr/>
        </p:nvSpPr>
        <p:spPr>
          <a:xfrm>
            <a:off x="1143000" y="1238532"/>
            <a:ext cx="7536679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Bob (client) requests video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https://hulu.com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6Y7B23V</a:t>
            </a:r>
          </a:p>
          <a:p>
            <a:pPr marL="457200" marR="0" lvl="0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video stored in CDN at https://EdgeKeyCDN.com/NetC6y&amp;B23V</a:t>
            </a:r>
          </a:p>
        </p:txBody>
      </p:sp>
    </p:spTree>
    <p:extLst>
      <p:ext uri="{BB962C8B-B14F-4D97-AF65-F5344CB8AC3E}">
        <p14:creationId xmlns:p14="http://schemas.microsoft.com/office/powerpoint/2010/main" val="81025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" grpId="0"/>
      <p:bldP spid="391" grpId="1"/>
      <p:bldP spid="397" grpId="0"/>
      <p:bldP spid="397" grpId="1"/>
      <p:bldP spid="404" grpId="0" animBg="1"/>
      <p:bldP spid="404" grpId="1" animBg="1"/>
      <p:bldP spid="415" grpId="0" animBg="1"/>
      <p:bldP spid="4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38B3-4ECF-5D6C-BDE5-C0750F5D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226DEA-3F39-09FF-13FD-C3D74570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95" y="1156666"/>
            <a:ext cx="10515600" cy="4351338"/>
          </a:xfrm>
        </p:spPr>
        <p:txBody>
          <a:bodyPr/>
          <a:lstStyle/>
          <a:p>
            <a:r>
              <a:rPr lang="en-US"/>
              <a:t>Akamai </a:t>
            </a:r>
            <a:r>
              <a:rPr lang="en-US" err="1"/>
              <a:t>EdgeKey</a:t>
            </a:r>
            <a:r>
              <a:rPr lang="en-US"/>
              <a:t> Servers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FE8D3-85D0-0DFC-6AB7-D1AC8722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Real-world example </a:t>
            </a:r>
          </a:p>
        </p:txBody>
      </p:sp>
      <p:pic>
        <p:nvPicPr>
          <p:cNvPr id="6" name="Picture 5" descr="A blue and orange text&#10;&#10;AI-generated content may be incorrect.">
            <a:extLst>
              <a:ext uri="{FF2B5EF4-FFF2-40B4-BE49-F238E27FC236}">
                <a16:creationId xmlns:a16="http://schemas.microsoft.com/office/drawing/2014/main" id="{42CCB6F2-87A9-5AEB-12A0-FB0BC311A6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57" b="9368"/>
          <a:stretch>
            <a:fillRect/>
          </a:stretch>
        </p:blipFill>
        <p:spPr>
          <a:xfrm>
            <a:off x="609571" y="2011403"/>
            <a:ext cx="10250956" cy="19238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C87E07E-B92D-6B21-7E93-5DA7669CA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277" y="4288961"/>
            <a:ext cx="7299462" cy="19238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1CBED0-CC54-500F-F541-DC5AAE242C52}"/>
                  </a:ext>
                </a:extLst>
              </p14:cNvPr>
              <p14:cNvContentPartPr/>
              <p14:nvPr/>
            </p14:nvContentPartPr>
            <p14:xfrm>
              <a:off x="4276764" y="5798688"/>
              <a:ext cx="5598996" cy="320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1CBED0-CC54-500F-F541-DC5AAE242C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2363" y="5784304"/>
                <a:ext cx="5627077" cy="348088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ACFECA74-1CAD-41C2-8959-A6F279D0B124}"/>
              </a:ext>
            </a:extLst>
          </p:cNvPr>
          <p:cNvSpPr/>
          <p:nvPr/>
        </p:nvSpPr>
        <p:spPr>
          <a:xfrm>
            <a:off x="2819772" y="4640135"/>
            <a:ext cx="4206240" cy="365760"/>
          </a:xfrm>
          <a:prstGeom prst="rect">
            <a:avLst/>
          </a:prstGeom>
          <a:solidFill>
            <a:srgbClr val="FFFF00">
              <a:alpha val="5000"/>
            </a:srgbClr>
          </a:solidFill>
          <a:ln w="28577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38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79621F-D82D-8332-C94A-B361A5365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730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/>
              <a:t>P2P Networking </a:t>
            </a:r>
            <a:br>
              <a:rPr lang="en-US"/>
            </a:br>
            <a:r>
              <a:rPr lang="en-US"/>
              <a:t>&amp; </a:t>
            </a:r>
            <a:br>
              <a:rPr lang="en-US"/>
            </a:br>
            <a:r>
              <a:rPr lang="en-US"/>
              <a:t>Socket Programming </a:t>
            </a:r>
          </a:p>
        </p:txBody>
      </p:sp>
    </p:spTree>
    <p:extLst>
      <p:ext uri="{BB962C8B-B14F-4D97-AF65-F5344CB8AC3E}">
        <p14:creationId xmlns:p14="http://schemas.microsoft.com/office/powerpoint/2010/main" val="3122326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350" y="3289251"/>
            <a:ext cx="1458912" cy="317850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CC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084B6293-559E-5D43-AF2B-4CB5E09EC6C5}"/>
              </a:ext>
            </a:extLst>
          </p:cNvPr>
          <p:cNvGrpSpPr/>
          <p:nvPr/>
        </p:nvGrpSpPr>
        <p:grpSpPr>
          <a:xfrm>
            <a:off x="7493518" y="3419140"/>
            <a:ext cx="350807" cy="305517"/>
            <a:chOff x="7487144" y="3389820"/>
            <a:chExt cx="350807" cy="305517"/>
          </a:xfrm>
        </p:grpSpPr>
        <p:pic>
          <p:nvPicPr>
            <p:cNvPr id="91" name="Picture 1115" descr="antenna_stylized">
              <a:extLst>
                <a:ext uri="{FF2B5EF4-FFF2-40B4-BE49-F238E27FC236}">
                  <a16:creationId xmlns:a16="http://schemas.microsoft.com/office/drawing/2014/main" id="{1821BC3E-6137-D844-92B9-4BA4CFF41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1116" descr="laptop_keyboard">
              <a:extLst>
                <a:ext uri="{FF2B5EF4-FFF2-40B4-BE49-F238E27FC236}">
                  <a16:creationId xmlns:a16="http://schemas.microsoft.com/office/drawing/2014/main" id="{7F05CE3B-E67B-1B40-9D5B-2914F0B9BF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Freeform 1117">
              <a:extLst>
                <a:ext uri="{FF2B5EF4-FFF2-40B4-BE49-F238E27FC236}">
                  <a16:creationId xmlns:a16="http://schemas.microsoft.com/office/drawing/2014/main" id="{B52A07C5-D801-5B41-BD20-C2095892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4" name="Picture 1118" descr="screen">
              <a:extLst>
                <a:ext uri="{FF2B5EF4-FFF2-40B4-BE49-F238E27FC236}">
                  <a16:creationId xmlns:a16="http://schemas.microsoft.com/office/drawing/2014/main" id="{2EA30B4E-5447-0340-8DAD-349A843F2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119">
              <a:extLst>
                <a:ext uri="{FF2B5EF4-FFF2-40B4-BE49-F238E27FC236}">
                  <a16:creationId xmlns:a16="http://schemas.microsoft.com/office/drawing/2014/main" id="{1137F6C6-A7C9-9A4D-BCE3-048DB90EF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1120">
              <a:extLst>
                <a:ext uri="{FF2B5EF4-FFF2-40B4-BE49-F238E27FC236}">
                  <a16:creationId xmlns:a16="http://schemas.microsoft.com/office/drawing/2014/main" id="{7A0060E2-767D-1545-8656-29ED1A471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121">
              <a:extLst>
                <a:ext uri="{FF2B5EF4-FFF2-40B4-BE49-F238E27FC236}">
                  <a16:creationId xmlns:a16="http://schemas.microsoft.com/office/drawing/2014/main" id="{15790F5A-ABAC-8D49-A4F9-E2F576550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1122">
              <a:extLst>
                <a:ext uri="{FF2B5EF4-FFF2-40B4-BE49-F238E27FC236}">
                  <a16:creationId xmlns:a16="http://schemas.microsoft.com/office/drawing/2014/main" id="{8898B7ED-5BCF-8C4E-B1AA-B82AD50F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1123">
              <a:extLst>
                <a:ext uri="{FF2B5EF4-FFF2-40B4-BE49-F238E27FC236}">
                  <a16:creationId xmlns:a16="http://schemas.microsoft.com/office/drawing/2014/main" id="{5A7F91EF-AD6B-D64E-B73E-C762D73A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1124">
              <a:extLst>
                <a:ext uri="{FF2B5EF4-FFF2-40B4-BE49-F238E27FC236}">
                  <a16:creationId xmlns:a16="http://schemas.microsoft.com/office/drawing/2014/main" id="{BBB1B153-2E6F-7246-9B11-B68D01DF6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1" name="Group 1125">
              <a:extLst>
                <a:ext uri="{FF2B5EF4-FFF2-40B4-BE49-F238E27FC236}">
                  <a16:creationId xmlns:a16="http://schemas.microsoft.com/office/drawing/2014/main" id="{57060979-075D-9D4D-B12E-DA0CCD4C6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40" name="Freeform 1126">
                <a:extLst>
                  <a:ext uri="{FF2B5EF4-FFF2-40B4-BE49-F238E27FC236}">
                    <a16:creationId xmlns:a16="http://schemas.microsoft.com/office/drawing/2014/main" id="{8DFFF656-1361-C546-8336-177F79E4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127">
                <a:extLst>
                  <a:ext uri="{FF2B5EF4-FFF2-40B4-BE49-F238E27FC236}">
                    <a16:creationId xmlns:a16="http://schemas.microsoft.com/office/drawing/2014/main" id="{60C6C6B3-72DE-664B-B4DE-3C04B0C5B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128">
                <a:extLst>
                  <a:ext uri="{FF2B5EF4-FFF2-40B4-BE49-F238E27FC236}">
                    <a16:creationId xmlns:a16="http://schemas.microsoft.com/office/drawing/2014/main" id="{0D48292A-917D-D046-A974-043CEE5A4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129">
                <a:extLst>
                  <a:ext uri="{FF2B5EF4-FFF2-40B4-BE49-F238E27FC236}">
                    <a16:creationId xmlns:a16="http://schemas.microsoft.com/office/drawing/2014/main" id="{DB6BAAEB-BADD-0A4F-8A9D-D72AFCA99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130">
                <a:extLst>
                  <a:ext uri="{FF2B5EF4-FFF2-40B4-BE49-F238E27FC236}">
                    <a16:creationId xmlns:a16="http://schemas.microsoft.com/office/drawing/2014/main" id="{05D5969F-F3B9-414D-975E-A6700098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131">
                <a:extLst>
                  <a:ext uri="{FF2B5EF4-FFF2-40B4-BE49-F238E27FC236}">
                    <a16:creationId xmlns:a16="http://schemas.microsoft.com/office/drawing/2014/main" id="{41BB174D-6019-384D-A5AC-1B4D92D93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132">
              <a:extLst>
                <a:ext uri="{FF2B5EF4-FFF2-40B4-BE49-F238E27FC236}">
                  <a16:creationId xmlns:a16="http://schemas.microsoft.com/office/drawing/2014/main" id="{F8739864-4836-E447-8FC8-5886923FF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1133">
              <a:extLst>
                <a:ext uri="{FF2B5EF4-FFF2-40B4-BE49-F238E27FC236}">
                  <a16:creationId xmlns:a16="http://schemas.microsoft.com/office/drawing/2014/main" id="{C59CADF3-CD09-FB48-A672-C2C50B66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1134">
              <a:extLst>
                <a:ext uri="{FF2B5EF4-FFF2-40B4-BE49-F238E27FC236}">
                  <a16:creationId xmlns:a16="http://schemas.microsoft.com/office/drawing/2014/main" id="{628AB6FD-35F6-0345-BD13-22EAAF9EC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135">
              <a:extLst>
                <a:ext uri="{FF2B5EF4-FFF2-40B4-BE49-F238E27FC236}">
                  <a16:creationId xmlns:a16="http://schemas.microsoft.com/office/drawing/2014/main" id="{76529D44-B4FD-DE4D-812E-E461A0FC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36">
              <a:extLst>
                <a:ext uri="{FF2B5EF4-FFF2-40B4-BE49-F238E27FC236}">
                  <a16:creationId xmlns:a16="http://schemas.microsoft.com/office/drawing/2014/main" id="{44CD9A89-0E3B-2C40-8436-71B7526BA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137">
              <a:extLst>
                <a:ext uri="{FF2B5EF4-FFF2-40B4-BE49-F238E27FC236}">
                  <a16:creationId xmlns:a16="http://schemas.microsoft.com/office/drawing/2014/main" id="{92BF681C-02FC-8F49-A2CD-8F3446ECE5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14715B6C-9A50-FE4B-A8D2-1E669BF891E3}"/>
              </a:ext>
            </a:extLst>
          </p:cNvPr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id="113" name="Picture 571" descr="fridge2.png">
              <a:extLst>
                <a:ext uri="{FF2B5EF4-FFF2-40B4-BE49-F238E27FC236}">
                  <a16:creationId xmlns:a16="http://schemas.microsoft.com/office/drawing/2014/main" id="{29DD0F98-F93B-0145-A925-F4125ED49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1115" descr="antenna_stylized">
              <a:extLst>
                <a:ext uri="{FF2B5EF4-FFF2-40B4-BE49-F238E27FC236}">
                  <a16:creationId xmlns:a16="http://schemas.microsoft.com/office/drawing/2014/main" id="{C1A64F68-4D16-AE4F-AB60-09D2C0CF0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Peer-to-peer </a:t>
            </a:r>
            <a:r>
              <a:rPr lang="en-US" altLang="en-US" sz="3600">
                <a:ea typeface="ＭＳ Ｐゴシック" panose="020B0600070205080204" pitchFamily="34" charset="-128"/>
              </a:rPr>
              <a:t>(P2P) </a:t>
            </a:r>
            <a:r>
              <a:rPr lang="en-US" altLang="en-US">
                <a:ea typeface="ＭＳ Ｐゴシック" panose="020B0600070205080204" pitchFamily="34" charset="-128"/>
              </a:rPr>
              <a:t>a</a:t>
            </a:r>
            <a:r>
              <a:rPr lang="en-US" altLang="en-US" sz="4400">
                <a:ea typeface="ＭＳ Ｐゴシック" panose="020B0600070205080204" pitchFamily="34" charset="-128"/>
              </a:rPr>
              <a:t>rchitecture</a:t>
            </a:r>
            <a:endParaRPr lang="en-US" sz="440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664326" y="1290326"/>
            <a:ext cx="606784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always-on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arbitrary end systems directly communicate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request service from other peers, provide service in return to other peers</a:t>
            </a:r>
          </a:p>
          <a:p>
            <a:pPr marL="582613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self scalability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– new peers bring new service capacity, and new service demands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are intermittently connected and change IP addresses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 management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P2P file sharing (BitTorrent)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5" name="Rectangle 574">
            <a:extLst>
              <a:ext uri="{FF2B5EF4-FFF2-40B4-BE49-F238E27FC236}">
                <a16:creationId xmlns:a16="http://schemas.microsoft.com/office/drawing/2014/main" id="{2DA99646-DBA9-0746-9A79-29EAA25D43FE}"/>
              </a:ext>
            </a:extLst>
          </p:cNvPr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227275-E754-4D43-889C-5A2BD4A21205}"/>
              </a:ext>
            </a:extLst>
          </p:cNvPr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1" name="Line 913">
              <a:extLst>
                <a:ext uri="{FF2B5EF4-FFF2-40B4-BE49-F238E27FC236}">
                  <a16:creationId xmlns:a16="http://schemas.microsoft.com/office/drawing/2014/main" id="{47A3D5AF-94CC-B24F-922A-C603CC0A5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2" name="Line 911">
              <a:extLst>
                <a:ext uri="{FF2B5EF4-FFF2-40B4-BE49-F238E27FC236}">
                  <a16:creationId xmlns:a16="http://schemas.microsoft.com/office/drawing/2014/main" id="{8E6A54E5-62F1-544B-AE41-5137E62BF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E120312-45B0-4C42-82FC-F180847C8246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05394771-B526-F445-85E3-3C2DA3BC4892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01400376-9630-4440-8893-6D129686EE19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9" name="Line 913">
              <a:extLst>
                <a:ext uri="{FF2B5EF4-FFF2-40B4-BE49-F238E27FC236}">
                  <a16:creationId xmlns:a16="http://schemas.microsoft.com/office/drawing/2014/main" id="{4FC33EFC-28C4-404D-91B5-F7C18E70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0" name="Line 913">
              <a:extLst>
                <a:ext uri="{FF2B5EF4-FFF2-40B4-BE49-F238E27FC236}">
                  <a16:creationId xmlns:a16="http://schemas.microsoft.com/office/drawing/2014/main" id="{7602507B-BECA-7042-893E-42D6FF9E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" name="Group 652">
            <a:extLst>
              <a:ext uri="{FF2B5EF4-FFF2-40B4-BE49-F238E27FC236}">
                <a16:creationId xmlns:a16="http://schemas.microsoft.com/office/drawing/2014/main" id="{F4E63F52-683B-8244-A48E-D8CF833CC085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359" name="Picture 653" descr="iphone_stylized_small">
              <a:extLst>
                <a:ext uri="{FF2B5EF4-FFF2-40B4-BE49-F238E27FC236}">
                  <a16:creationId xmlns:a16="http://schemas.microsoft.com/office/drawing/2014/main" id="{EDF1EC93-A6E5-964F-B0D6-EE56B282A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0" name="Picture 654" descr="antenna_radiation_stylized">
              <a:extLst>
                <a:ext uri="{FF2B5EF4-FFF2-40B4-BE49-F238E27FC236}">
                  <a16:creationId xmlns:a16="http://schemas.microsoft.com/office/drawing/2014/main" id="{0A17C594-505E-6F41-AEEB-272A31DF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" name="Group 1139">
            <a:extLst>
              <a:ext uri="{FF2B5EF4-FFF2-40B4-BE49-F238E27FC236}">
                <a16:creationId xmlns:a16="http://schemas.microsoft.com/office/drawing/2014/main" id="{904B7C12-C509-8641-BB63-56DEDB95F95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id="138" name="Picture 1140" descr="desktop_computer_stylized_medium">
              <a:extLst>
                <a:ext uri="{FF2B5EF4-FFF2-40B4-BE49-F238E27FC236}">
                  <a16:creationId xmlns:a16="http://schemas.microsoft.com/office/drawing/2014/main" id="{BDC7F552-21C9-C942-90FF-0162099A3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Freeform 1141">
              <a:extLst>
                <a:ext uri="{FF2B5EF4-FFF2-40B4-BE49-F238E27FC236}">
                  <a16:creationId xmlns:a16="http://schemas.microsoft.com/office/drawing/2014/main" id="{654B43BA-608E-5D4D-B11B-71762CFB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8344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File distribution: client-server vs P2P</a:t>
            </a:r>
            <a:endParaRPr lang="en-US" sz="4400"/>
          </a:p>
        </p:txBody>
      </p:sp>
      <p:sp>
        <p:nvSpPr>
          <p:cNvPr id="613" name="Rectangle 3">
            <a:extLst>
              <a:ext uri="{FF2B5EF4-FFF2-40B4-BE49-F238E27FC236}">
                <a16:creationId xmlns:a16="http://schemas.microsoft.com/office/drawing/2014/main" id="{D33C12FB-7815-3541-8A29-9A4570C91901}"/>
              </a:ext>
            </a:extLst>
          </p:cNvPr>
          <p:cNvSpPr txBox="1">
            <a:spLocks noChangeArrowheads="1"/>
          </p:cNvSpPr>
          <p:nvPr/>
        </p:nvSpPr>
        <p:spPr>
          <a:xfrm>
            <a:off x="863043" y="1302088"/>
            <a:ext cx="10515600" cy="1296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013" marR="0" lvl="0" indent="-542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how much time to distribute file (size 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 from one server to  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  peers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  <a:p>
            <a:pPr marL="858838" marR="0" lvl="1" indent="-2381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 upload/download capacity is limited resource</a:t>
            </a:r>
          </a:p>
        </p:txBody>
      </p:sp>
      <p:sp>
        <p:nvSpPr>
          <p:cNvPr id="749" name="Freeform 4">
            <a:extLst>
              <a:ext uri="{FF2B5EF4-FFF2-40B4-BE49-F238E27FC236}">
                <a16:creationId xmlns:a16="http://schemas.microsoft.com/office/drawing/2014/main" id="{5781B526-D87C-EC44-AD4E-445965AD662B}"/>
              </a:ext>
            </a:extLst>
          </p:cNvPr>
          <p:cNvSpPr>
            <a:spLocks/>
          </p:cNvSpPr>
          <p:nvPr/>
        </p:nvSpPr>
        <p:spPr bwMode="auto">
          <a:xfrm>
            <a:off x="4208462" y="4079079"/>
            <a:ext cx="3775075" cy="1755775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0" name="Line 14">
            <a:extLst>
              <a:ext uri="{FF2B5EF4-FFF2-40B4-BE49-F238E27FC236}">
                <a16:creationId xmlns:a16="http://schemas.microsoft.com/office/drawing/2014/main" id="{88305A7F-251D-B74C-8F8E-CCB1F71A8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4" y="4042566"/>
            <a:ext cx="803275" cy="311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1" name="Text Box 15">
            <a:extLst>
              <a:ext uri="{FF2B5EF4-FFF2-40B4-BE49-F238E27FC236}">
                <a16:creationId xmlns:a16="http://schemas.microsoft.com/office/drawing/2014/main" id="{B8157757-C95F-CB42-9942-11A4F3D2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487" y="3840954"/>
            <a:ext cx="4122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</a:t>
            </a:r>
          </a:p>
        </p:txBody>
      </p:sp>
      <p:sp>
        <p:nvSpPr>
          <p:cNvPr id="752" name="Line 39">
            <a:extLst>
              <a:ext uri="{FF2B5EF4-FFF2-40B4-BE49-F238E27FC236}">
                <a16:creationId xmlns:a16="http://schemas.microsoft.com/office/drawing/2014/main" id="{33B391C4-AA6E-EF49-929E-18C688BE0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0412" y="4953791"/>
            <a:ext cx="101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3" name="Line 40">
            <a:extLst>
              <a:ext uri="{FF2B5EF4-FFF2-40B4-BE49-F238E27FC236}">
                <a16:creationId xmlns:a16="http://schemas.microsoft.com/office/drawing/2014/main" id="{55D5EF82-1A60-6045-9491-ACB495A754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5974" y="5101429"/>
            <a:ext cx="1003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4" name="Text Box 41">
            <a:extLst>
              <a:ext uri="{FF2B5EF4-FFF2-40B4-BE49-F238E27FC236}">
                <a16:creationId xmlns:a16="http://schemas.microsoft.com/office/drawing/2014/main" id="{551344A9-80D5-6B4D-8C5F-1C743F9C4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337" y="456485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</a:t>
            </a:r>
          </a:p>
        </p:txBody>
      </p:sp>
      <p:sp>
        <p:nvSpPr>
          <p:cNvPr id="755" name="Text Box 42">
            <a:extLst>
              <a:ext uri="{FF2B5EF4-FFF2-40B4-BE49-F238E27FC236}">
                <a16:creationId xmlns:a16="http://schemas.microsoft.com/office/drawing/2014/main" id="{DA13FA8F-3C26-0B46-A3A1-BC7065C4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7" y="507920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</a:t>
            </a:r>
          </a:p>
        </p:txBody>
      </p:sp>
      <p:sp>
        <p:nvSpPr>
          <p:cNvPr id="756" name="Text Box 43">
            <a:extLst>
              <a:ext uri="{FF2B5EF4-FFF2-40B4-BE49-F238E27FC236}">
                <a16:creationId xmlns:a16="http://schemas.microsoft.com/office/drawing/2014/main" id="{1E15BC0C-6AFB-CF4C-B899-707280EA4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4" y="4063204"/>
            <a:ext cx="1173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000" b="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7" name="Text Box 44">
            <a:extLst>
              <a:ext uri="{FF2B5EF4-FFF2-40B4-BE49-F238E27FC236}">
                <a16:creationId xmlns:a16="http://schemas.microsoft.com/office/drawing/2014/main" id="{B744D31B-0064-CC4C-813B-2342EBCCC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759" y="4590254"/>
            <a:ext cx="28344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 (with abundant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bandwidth)</a:t>
            </a:r>
          </a:p>
        </p:txBody>
      </p:sp>
      <p:sp>
        <p:nvSpPr>
          <p:cNvPr id="758" name="Text Box 47">
            <a:extLst>
              <a:ext uri="{FF2B5EF4-FFF2-40B4-BE49-F238E27FC236}">
                <a16:creationId xmlns:a16="http://schemas.microsoft.com/office/drawing/2014/main" id="{3CFD7627-4852-C14C-83FC-5338E04E2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49" y="3815554"/>
            <a:ext cx="1397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file, size F</a:t>
            </a:r>
            <a:endParaRPr kumimoji="0" lang="en-US" altLang="en-US" sz="1800" b="0" i="1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9" name="Text Box 49">
            <a:extLst>
              <a:ext uri="{FF2B5EF4-FFF2-40B4-BE49-F238E27FC236}">
                <a16:creationId xmlns:a16="http://schemas.microsoft.com/office/drawing/2014/main" id="{59DA6353-13D5-E042-BEEE-6FF767E86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953" y="2641737"/>
            <a:ext cx="248651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400" b="1" i="1" u="none" strike="noStrike" kern="0" cap="none" spc="0" normalizeH="0" baseline="-25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2400" b="1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server upload capacity</a:t>
            </a: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0" name="Text Box 50">
            <a:extLst>
              <a:ext uri="{FF2B5EF4-FFF2-40B4-BE49-F238E27FC236}">
                <a16:creationId xmlns:a16="http://schemas.microsoft.com/office/drawing/2014/main" id="{51F84BDF-7DCA-0A43-ACDB-9BE708391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1024" y="5482429"/>
            <a:ext cx="259080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400" b="1" i="1" u="none" strike="noStrike" kern="0" cap="none" spc="0" normalizeH="0" baseline="-25000" noProof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</a:t>
            </a:r>
            <a:r>
              <a:rPr kumimoji="0" lang="en-US" altLang="en-US" sz="2400" b="1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peer </a:t>
            </a:r>
            <a:r>
              <a:rPr kumimoji="0" lang="en-US" altLang="en-US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</a:t>
            </a: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upload capacity</a:t>
            </a:r>
          </a:p>
        </p:txBody>
      </p:sp>
      <p:sp>
        <p:nvSpPr>
          <p:cNvPr id="761" name="Text Box 51">
            <a:extLst>
              <a:ext uri="{FF2B5EF4-FFF2-40B4-BE49-F238E27FC236}">
                <a16:creationId xmlns:a16="http://schemas.microsoft.com/office/drawing/2014/main" id="{A5D79A43-11C7-6349-BEB0-7438447D9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3868" y="3463243"/>
            <a:ext cx="274320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2400" b="1" i="1" u="none" strike="noStrike" kern="0" cap="none" spc="0" normalizeH="0" baseline="-25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</a:t>
            </a:r>
            <a:r>
              <a:rPr kumimoji="0" lang="en-US" altLang="en-US" sz="2400" b="1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peer </a:t>
            </a:r>
            <a:r>
              <a:rPr kumimoji="0" lang="en-US" altLang="en-US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</a:t>
            </a: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download capacity</a:t>
            </a:r>
            <a:endParaRPr kumimoji="0" lang="en-US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2" name="AutoShape 327">
            <a:extLst>
              <a:ext uri="{FF2B5EF4-FFF2-40B4-BE49-F238E27FC236}">
                <a16:creationId xmlns:a16="http://schemas.microsoft.com/office/drawing/2014/main" id="{369AE872-BFBD-8443-A484-E1FE4F07B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7" y="3261516"/>
            <a:ext cx="592137" cy="5810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763" name="Group 76">
            <a:extLst>
              <a:ext uri="{FF2B5EF4-FFF2-40B4-BE49-F238E27FC236}">
                <a16:creationId xmlns:a16="http://schemas.microsoft.com/office/drawing/2014/main" id="{1E070762-6E91-C249-87E6-742CA28F4553}"/>
              </a:ext>
            </a:extLst>
          </p:cNvPr>
          <p:cNvGrpSpPr>
            <a:grpSpLocks/>
          </p:cNvGrpSpPr>
          <p:nvPr/>
        </p:nvGrpSpPr>
        <p:grpSpPr bwMode="auto">
          <a:xfrm>
            <a:off x="5422899" y="3539329"/>
            <a:ext cx="2138363" cy="903287"/>
            <a:chOff x="2204" y="2030"/>
            <a:chExt cx="1347" cy="774"/>
          </a:xfrm>
        </p:grpSpPr>
        <p:sp>
          <p:nvSpPr>
            <p:cNvPr id="764" name="Text Box 19">
              <a:extLst>
                <a:ext uri="{FF2B5EF4-FFF2-40B4-BE49-F238E27FC236}">
                  <a16:creationId xmlns:a16="http://schemas.microsoft.com/office/drawing/2014/main" id="{616B15BE-44B0-0344-B31F-91A938627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2271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</a:t>
              </a:r>
              <a:r>
                <a:rPr kumimoji="0" lang="en-US" altLang="en-US" sz="2000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765" name="Line 22">
              <a:extLst>
                <a:ext uri="{FF2B5EF4-FFF2-40B4-BE49-F238E27FC236}">
                  <a16:creationId xmlns:a16="http://schemas.microsoft.com/office/drawing/2014/main" id="{468AACC5-62A5-624B-8074-C32AC02B5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7" y="2133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66" name="Line 23">
              <a:extLst>
                <a:ext uri="{FF2B5EF4-FFF2-40B4-BE49-F238E27FC236}">
                  <a16:creationId xmlns:a16="http://schemas.microsoft.com/office/drawing/2014/main" id="{6ADDCF08-0E06-944A-88C1-8C3B5B0B5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2" y="2141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67" name="Text Box 24">
              <a:extLst>
                <a:ext uri="{FF2B5EF4-FFF2-40B4-BE49-F238E27FC236}">
                  <a16:creationId xmlns:a16="http://schemas.microsoft.com/office/drawing/2014/main" id="{0F3475ED-2A92-4E41-84C3-7C019E7EF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2332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  <a:r>
                <a:rPr kumimoji="0" lang="en-US" altLang="en-US" sz="2000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768" name="Text Box 19">
              <a:extLst>
                <a:ext uri="{FF2B5EF4-FFF2-40B4-BE49-F238E27FC236}">
                  <a16:creationId xmlns:a16="http://schemas.microsoft.com/office/drawing/2014/main" id="{0B070290-50F4-544A-8EB8-39FD5D707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167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</a:t>
              </a:r>
              <a:r>
                <a:rPr kumimoji="0" lang="en-US" altLang="en-US" sz="2000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69" name="Line 22">
              <a:extLst>
                <a:ext uri="{FF2B5EF4-FFF2-40B4-BE49-F238E27FC236}">
                  <a16:creationId xmlns:a16="http://schemas.microsoft.com/office/drawing/2014/main" id="{EDD90978-FEC1-EC4A-9B82-FE08AA882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2030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0" name="Line 23">
              <a:extLst>
                <a:ext uri="{FF2B5EF4-FFF2-40B4-BE49-F238E27FC236}">
                  <a16:creationId xmlns:a16="http://schemas.microsoft.com/office/drawing/2014/main" id="{D06A7A37-85E1-7F49-8794-07F8D4C65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0" y="2038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1" name="Text Box 24">
              <a:extLst>
                <a:ext uri="{FF2B5EF4-FFF2-40B4-BE49-F238E27FC236}">
                  <a16:creationId xmlns:a16="http://schemas.microsoft.com/office/drawing/2014/main" id="{EB274E98-7508-9441-B445-9BFA8D56F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2229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  <a:r>
                <a:rPr kumimoji="0" lang="en-US" altLang="en-US" sz="2000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</p:grpSp>
      <p:sp>
        <p:nvSpPr>
          <p:cNvPr id="772" name="Line 72">
            <a:extLst>
              <a:ext uri="{FF2B5EF4-FFF2-40B4-BE49-F238E27FC236}">
                <a16:creationId xmlns:a16="http://schemas.microsoft.com/office/drawing/2014/main" id="{47A84A96-E7A3-1843-B72F-6E2E41F4E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962" y="4758529"/>
            <a:ext cx="1165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3" name="Line 73">
            <a:extLst>
              <a:ext uri="{FF2B5EF4-FFF2-40B4-BE49-F238E27FC236}">
                <a16:creationId xmlns:a16="http://schemas.microsoft.com/office/drawing/2014/main" id="{13604104-CB34-D540-BE37-408B7E700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899" y="4910929"/>
            <a:ext cx="1165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4" name="Text Box 41">
            <a:extLst>
              <a:ext uri="{FF2B5EF4-FFF2-40B4-BE49-F238E27FC236}">
                <a16:creationId xmlns:a16="http://schemas.microsoft.com/office/drawing/2014/main" id="{6AECF13A-63DD-6440-9CEA-60EFAAE2D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5299" y="4347366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</a:t>
            </a:r>
          </a:p>
        </p:txBody>
      </p:sp>
      <p:sp>
        <p:nvSpPr>
          <p:cNvPr id="775" name="Text Box 41">
            <a:extLst>
              <a:ext uri="{FF2B5EF4-FFF2-40B4-BE49-F238E27FC236}">
                <a16:creationId xmlns:a16="http://schemas.microsoft.com/office/drawing/2014/main" id="{B1B85AB8-3F48-6B40-9E0F-095E131AC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112" y="4880766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000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</a:t>
            </a:r>
          </a:p>
        </p:txBody>
      </p:sp>
      <p:sp>
        <p:nvSpPr>
          <p:cNvPr id="776" name="Line 77">
            <a:extLst>
              <a:ext uri="{FF2B5EF4-FFF2-40B4-BE49-F238E27FC236}">
                <a16:creationId xmlns:a16="http://schemas.microsoft.com/office/drawing/2014/main" id="{04740FC7-F24A-9E49-ABD5-CC405E4D6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2" y="3223416"/>
            <a:ext cx="0" cy="663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7" name="Line 78">
            <a:extLst>
              <a:ext uri="{FF2B5EF4-FFF2-40B4-BE49-F238E27FC236}">
                <a16:creationId xmlns:a16="http://schemas.microsoft.com/office/drawing/2014/main" id="{644C7641-7528-D04F-B35B-B86B81EEAE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02637" y="4137816"/>
            <a:ext cx="369887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8" name="Line 79">
            <a:extLst>
              <a:ext uri="{FF2B5EF4-FFF2-40B4-BE49-F238E27FC236}">
                <a16:creationId xmlns:a16="http://schemas.microsoft.com/office/drawing/2014/main" id="{21210937-40A2-D945-A261-60D041388D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32799" y="5083966"/>
            <a:ext cx="369888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79" name="Group 81">
            <a:extLst>
              <a:ext uri="{FF2B5EF4-FFF2-40B4-BE49-F238E27FC236}">
                <a16:creationId xmlns:a16="http://schemas.microsoft.com/office/drawing/2014/main" id="{70E00E57-2D7F-E34A-A62C-8B64AA1FAC60}"/>
              </a:ext>
            </a:extLst>
          </p:cNvPr>
          <p:cNvGrpSpPr>
            <a:grpSpLocks/>
          </p:cNvGrpSpPr>
          <p:nvPr/>
        </p:nvGrpSpPr>
        <p:grpSpPr bwMode="auto">
          <a:xfrm>
            <a:off x="3459162" y="3323429"/>
            <a:ext cx="465137" cy="803275"/>
            <a:chOff x="4140" y="429"/>
            <a:chExt cx="1425" cy="2396"/>
          </a:xfrm>
        </p:grpSpPr>
        <p:sp>
          <p:nvSpPr>
            <p:cNvPr id="780" name="Freeform 82">
              <a:extLst>
                <a:ext uri="{FF2B5EF4-FFF2-40B4-BE49-F238E27FC236}">
                  <a16:creationId xmlns:a16="http://schemas.microsoft.com/office/drawing/2014/main" id="{79E2F9B0-711F-DE4C-965B-924CC303B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1" name="Rectangle 83">
              <a:extLst>
                <a:ext uri="{FF2B5EF4-FFF2-40B4-BE49-F238E27FC236}">
                  <a16:creationId xmlns:a16="http://schemas.microsoft.com/office/drawing/2014/main" id="{F06DAE2F-17DE-D941-923C-E70BDCB4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2" name="Freeform 84">
              <a:extLst>
                <a:ext uri="{FF2B5EF4-FFF2-40B4-BE49-F238E27FC236}">
                  <a16:creationId xmlns:a16="http://schemas.microsoft.com/office/drawing/2014/main" id="{946A9E21-9E85-934A-A686-0A8D135B2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3" name="Freeform 85">
              <a:extLst>
                <a:ext uri="{FF2B5EF4-FFF2-40B4-BE49-F238E27FC236}">
                  <a16:creationId xmlns:a16="http://schemas.microsoft.com/office/drawing/2014/main" id="{72BE6A9C-0FBC-364A-A7ED-A2A6F0179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4" name="Rectangle 86">
              <a:extLst>
                <a:ext uri="{FF2B5EF4-FFF2-40B4-BE49-F238E27FC236}">
                  <a16:creationId xmlns:a16="http://schemas.microsoft.com/office/drawing/2014/main" id="{6408A6CA-7347-8E43-98E8-BCFA04384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4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87" name="Group 87">
              <a:extLst>
                <a:ext uri="{FF2B5EF4-FFF2-40B4-BE49-F238E27FC236}">
                  <a16:creationId xmlns:a16="http://schemas.microsoft.com/office/drawing/2014/main" id="{3BB80181-EFB9-654A-9C2B-37611F58A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22" name="AutoShape 88">
                <a:extLst>
                  <a:ext uri="{FF2B5EF4-FFF2-40B4-BE49-F238E27FC236}">
                    <a16:creationId xmlns:a16="http://schemas.microsoft.com/office/drawing/2014/main" id="{755E2639-6DC2-B445-8BA7-4A95A040D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4" name="AutoShape 89">
                <a:extLst>
                  <a:ext uri="{FF2B5EF4-FFF2-40B4-BE49-F238E27FC236}">
                    <a16:creationId xmlns:a16="http://schemas.microsoft.com/office/drawing/2014/main" id="{60B2F854-EFB8-E64E-8D27-5F6F8D396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8" name="Rectangle 90">
              <a:extLst>
                <a:ext uri="{FF2B5EF4-FFF2-40B4-BE49-F238E27FC236}">
                  <a16:creationId xmlns:a16="http://schemas.microsoft.com/office/drawing/2014/main" id="{57F9C28A-1132-144B-9916-B507ADCED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89" name="Group 91">
              <a:extLst>
                <a:ext uri="{FF2B5EF4-FFF2-40B4-BE49-F238E27FC236}">
                  <a16:creationId xmlns:a16="http://schemas.microsoft.com/office/drawing/2014/main" id="{5E2EEB51-C433-4146-9A07-B904C9EFB0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20" name="AutoShape 92">
                <a:extLst>
                  <a:ext uri="{FF2B5EF4-FFF2-40B4-BE49-F238E27FC236}">
                    <a16:creationId xmlns:a16="http://schemas.microsoft.com/office/drawing/2014/main" id="{3A27EE24-9EA3-5849-AF8B-3DE9ED4D0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2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1" name="AutoShape 93">
                <a:extLst>
                  <a:ext uri="{FF2B5EF4-FFF2-40B4-BE49-F238E27FC236}">
                    <a16:creationId xmlns:a16="http://schemas.microsoft.com/office/drawing/2014/main" id="{6AFF8567-F6C4-0747-BA7C-166259544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90" name="Rectangle 94">
              <a:extLst>
                <a:ext uri="{FF2B5EF4-FFF2-40B4-BE49-F238E27FC236}">
                  <a16:creationId xmlns:a16="http://schemas.microsoft.com/office/drawing/2014/main" id="{481071F4-7660-1F49-867C-3C721C3F0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1" name="Rectangle 95">
              <a:extLst>
                <a:ext uri="{FF2B5EF4-FFF2-40B4-BE49-F238E27FC236}">
                  <a16:creationId xmlns:a16="http://schemas.microsoft.com/office/drawing/2014/main" id="{F9E573B0-F1E0-0244-84F0-5D9DC86D8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93" name="Group 96">
              <a:extLst>
                <a:ext uri="{FF2B5EF4-FFF2-40B4-BE49-F238E27FC236}">
                  <a16:creationId xmlns:a16="http://schemas.microsoft.com/office/drawing/2014/main" id="{60F43234-7837-E047-B8D9-B93960C93F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15" name="AutoShape 97">
                <a:extLst>
                  <a:ext uri="{FF2B5EF4-FFF2-40B4-BE49-F238E27FC236}">
                    <a16:creationId xmlns:a16="http://schemas.microsoft.com/office/drawing/2014/main" id="{AA061C9E-39EE-B14D-A8E3-104E27013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17" name="AutoShape 98">
                <a:extLst>
                  <a:ext uri="{FF2B5EF4-FFF2-40B4-BE49-F238E27FC236}">
                    <a16:creationId xmlns:a16="http://schemas.microsoft.com/office/drawing/2014/main" id="{12C304B6-6E69-644F-91BB-9F1C86D1D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94" name="Freeform 99">
              <a:extLst>
                <a:ext uri="{FF2B5EF4-FFF2-40B4-BE49-F238E27FC236}">
                  <a16:creationId xmlns:a16="http://schemas.microsoft.com/office/drawing/2014/main" id="{D5358657-0340-9248-AA9C-2F41E4340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96" name="Group 100">
              <a:extLst>
                <a:ext uri="{FF2B5EF4-FFF2-40B4-BE49-F238E27FC236}">
                  <a16:creationId xmlns:a16="http://schemas.microsoft.com/office/drawing/2014/main" id="{87CDCAD0-C1B4-8646-B58D-6CD9FF243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12" name="AutoShape 101">
                <a:extLst>
                  <a:ext uri="{FF2B5EF4-FFF2-40B4-BE49-F238E27FC236}">
                    <a16:creationId xmlns:a16="http://schemas.microsoft.com/office/drawing/2014/main" id="{53F473DF-D46D-0345-9F7F-49F5BE50C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14" name="AutoShape 102">
                <a:extLst>
                  <a:ext uri="{FF2B5EF4-FFF2-40B4-BE49-F238E27FC236}">
                    <a16:creationId xmlns:a16="http://schemas.microsoft.com/office/drawing/2014/main" id="{EF047A49-61C2-3A41-8A53-6F24E9E5C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97" name="Rectangle 103">
              <a:extLst>
                <a:ext uri="{FF2B5EF4-FFF2-40B4-BE49-F238E27FC236}">
                  <a16:creationId xmlns:a16="http://schemas.microsoft.com/office/drawing/2014/main" id="{0DC41427-3FCF-3949-97B5-7D608D26F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8" name="Freeform 104">
              <a:extLst>
                <a:ext uri="{FF2B5EF4-FFF2-40B4-BE49-F238E27FC236}">
                  <a16:creationId xmlns:a16="http://schemas.microsoft.com/office/drawing/2014/main" id="{8F8A38B2-57F8-E945-BFD5-DF65BDBFA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9" name="Freeform 105">
              <a:extLst>
                <a:ext uri="{FF2B5EF4-FFF2-40B4-BE49-F238E27FC236}">
                  <a16:creationId xmlns:a16="http://schemas.microsoft.com/office/drawing/2014/main" id="{0F08B7AC-3180-754D-94CE-9FA5F6748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1" name="Oval 106">
              <a:extLst>
                <a:ext uri="{FF2B5EF4-FFF2-40B4-BE49-F238E27FC236}">
                  <a16:creationId xmlns:a16="http://schemas.microsoft.com/office/drawing/2014/main" id="{C5F7D344-4D6F-D646-8C93-A97BAB8C4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2" name="Freeform 107">
              <a:extLst>
                <a:ext uri="{FF2B5EF4-FFF2-40B4-BE49-F238E27FC236}">
                  <a16:creationId xmlns:a16="http://schemas.microsoft.com/office/drawing/2014/main" id="{BE829AA4-D020-7348-B510-9FB2A8536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4" name="AutoShape 108">
              <a:extLst>
                <a:ext uri="{FF2B5EF4-FFF2-40B4-BE49-F238E27FC236}">
                  <a16:creationId xmlns:a16="http://schemas.microsoft.com/office/drawing/2014/main" id="{35AAD988-1211-1E40-91C0-3937CD2EC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5" name="AutoShape 109">
              <a:extLst>
                <a:ext uri="{FF2B5EF4-FFF2-40B4-BE49-F238E27FC236}">
                  <a16:creationId xmlns:a16="http://schemas.microsoft.com/office/drawing/2014/main" id="{4305931D-5D5C-9D4F-AAD7-AB64D64AD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6" name="Oval 110">
              <a:extLst>
                <a:ext uri="{FF2B5EF4-FFF2-40B4-BE49-F238E27FC236}">
                  <a16:creationId xmlns:a16="http://schemas.microsoft.com/office/drawing/2014/main" id="{83363F10-1097-A54D-ADAB-24C8B3E21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7" name="Oval 111">
              <a:extLst>
                <a:ext uri="{FF2B5EF4-FFF2-40B4-BE49-F238E27FC236}">
                  <a16:creationId xmlns:a16="http://schemas.microsoft.com/office/drawing/2014/main" id="{B44F4B51-7681-9C40-9F0A-A4B645261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09" name="Oval 112">
              <a:extLst>
                <a:ext uri="{FF2B5EF4-FFF2-40B4-BE49-F238E27FC236}">
                  <a16:creationId xmlns:a16="http://schemas.microsoft.com/office/drawing/2014/main" id="{5582586B-92B3-3A4A-8CAC-510211950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0" name="Rectangle 113">
              <a:extLst>
                <a:ext uri="{FF2B5EF4-FFF2-40B4-BE49-F238E27FC236}">
                  <a16:creationId xmlns:a16="http://schemas.microsoft.com/office/drawing/2014/main" id="{5238CEC3-5101-4E45-98C3-C884DC620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6" name="Group 114">
            <a:extLst>
              <a:ext uri="{FF2B5EF4-FFF2-40B4-BE49-F238E27FC236}">
                <a16:creationId xmlns:a16="http://schemas.microsoft.com/office/drawing/2014/main" id="{CE9E5FE1-98E9-5B4B-A4A4-DFCEF9DD2F2A}"/>
              </a:ext>
            </a:extLst>
          </p:cNvPr>
          <p:cNvGrpSpPr>
            <a:grpSpLocks/>
          </p:cNvGrpSpPr>
          <p:nvPr/>
        </p:nvGrpSpPr>
        <p:grpSpPr bwMode="auto">
          <a:xfrm>
            <a:off x="2368549" y="4626766"/>
            <a:ext cx="925513" cy="795338"/>
            <a:chOff x="-44" y="1473"/>
            <a:chExt cx="981" cy="1105"/>
          </a:xfrm>
        </p:grpSpPr>
        <p:pic>
          <p:nvPicPr>
            <p:cNvPr id="828" name="Picture 115" descr="desktop_computer_stylized_medium">
              <a:extLst>
                <a:ext uri="{FF2B5EF4-FFF2-40B4-BE49-F238E27FC236}">
                  <a16:creationId xmlns:a16="http://schemas.microsoft.com/office/drawing/2014/main" id="{EA6E5654-65B1-E143-93FC-22FF8A007C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" name="Freeform 116">
              <a:extLst>
                <a:ext uri="{FF2B5EF4-FFF2-40B4-BE49-F238E27FC236}">
                  <a16:creationId xmlns:a16="http://schemas.microsoft.com/office/drawing/2014/main" id="{2A3D29B4-8BC4-A546-9C7A-F25B946004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31" name="Group 117">
            <a:extLst>
              <a:ext uri="{FF2B5EF4-FFF2-40B4-BE49-F238E27FC236}">
                <a16:creationId xmlns:a16="http://schemas.microsoft.com/office/drawing/2014/main" id="{9E284045-6147-7B47-BC5C-5CC7FF81FE0A}"/>
              </a:ext>
            </a:extLst>
          </p:cNvPr>
          <p:cNvGrpSpPr>
            <a:grpSpLocks/>
          </p:cNvGrpSpPr>
          <p:nvPr/>
        </p:nvGrpSpPr>
        <p:grpSpPr bwMode="auto">
          <a:xfrm>
            <a:off x="5589587" y="2807491"/>
            <a:ext cx="925512" cy="795338"/>
            <a:chOff x="-44" y="1473"/>
            <a:chExt cx="981" cy="1105"/>
          </a:xfrm>
        </p:grpSpPr>
        <p:pic>
          <p:nvPicPr>
            <p:cNvPr id="832" name="Picture 118" descr="desktop_computer_stylized_medium">
              <a:extLst>
                <a:ext uri="{FF2B5EF4-FFF2-40B4-BE49-F238E27FC236}">
                  <a16:creationId xmlns:a16="http://schemas.microsoft.com/office/drawing/2014/main" id="{ED57643D-213A-0D48-ACB2-47375B1F69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3" name="Freeform 119">
              <a:extLst>
                <a:ext uri="{FF2B5EF4-FFF2-40B4-BE49-F238E27FC236}">
                  <a16:creationId xmlns:a16="http://schemas.microsoft.com/office/drawing/2014/main" id="{C945A6F0-C64A-034A-808B-026CA37D34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34" name="Group 120">
            <a:extLst>
              <a:ext uri="{FF2B5EF4-FFF2-40B4-BE49-F238E27FC236}">
                <a16:creationId xmlns:a16="http://schemas.microsoft.com/office/drawing/2014/main" id="{DC1F1924-84C9-2D4F-BED7-1D7A99AAAF5D}"/>
              </a:ext>
            </a:extLst>
          </p:cNvPr>
          <p:cNvGrpSpPr>
            <a:grpSpLocks/>
          </p:cNvGrpSpPr>
          <p:nvPr/>
        </p:nvGrpSpPr>
        <p:grpSpPr bwMode="auto">
          <a:xfrm>
            <a:off x="6634162" y="2948779"/>
            <a:ext cx="925512" cy="795337"/>
            <a:chOff x="-44" y="1473"/>
            <a:chExt cx="981" cy="1105"/>
          </a:xfrm>
        </p:grpSpPr>
        <p:pic>
          <p:nvPicPr>
            <p:cNvPr id="835" name="Picture 121" descr="desktop_computer_stylized_medium">
              <a:extLst>
                <a:ext uri="{FF2B5EF4-FFF2-40B4-BE49-F238E27FC236}">
                  <a16:creationId xmlns:a16="http://schemas.microsoft.com/office/drawing/2014/main" id="{5CB3D6E4-1267-BA47-946E-11A72D2BB2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6" name="Freeform 122">
              <a:extLst>
                <a:ext uri="{FF2B5EF4-FFF2-40B4-BE49-F238E27FC236}">
                  <a16:creationId xmlns:a16="http://schemas.microsoft.com/office/drawing/2014/main" id="{0260D56A-2D23-4B40-82DB-9E620FF6E8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37" name="Group 123">
            <a:extLst>
              <a:ext uri="{FF2B5EF4-FFF2-40B4-BE49-F238E27FC236}">
                <a16:creationId xmlns:a16="http://schemas.microsoft.com/office/drawing/2014/main" id="{7F9A075B-9EA6-8048-A759-51935B47F74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04312" y="4396579"/>
            <a:ext cx="925512" cy="795337"/>
            <a:chOff x="-44" y="1473"/>
            <a:chExt cx="981" cy="1105"/>
          </a:xfrm>
        </p:grpSpPr>
        <p:pic>
          <p:nvPicPr>
            <p:cNvPr id="838" name="Picture 124" descr="desktop_computer_stylized_medium">
              <a:extLst>
                <a:ext uri="{FF2B5EF4-FFF2-40B4-BE49-F238E27FC236}">
                  <a16:creationId xmlns:a16="http://schemas.microsoft.com/office/drawing/2014/main" id="{BECC09C1-57D5-7847-8F83-B0BFE5CF6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9" name="Freeform 125">
              <a:extLst>
                <a:ext uri="{FF2B5EF4-FFF2-40B4-BE49-F238E27FC236}">
                  <a16:creationId xmlns:a16="http://schemas.microsoft.com/office/drawing/2014/main" id="{7D172349-8EB7-C043-850F-2ACA8BB1C8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181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File distribution time: </a:t>
            </a:r>
            <a:r>
              <a:rPr lang="en-US" altLang="en-US" sz="4400">
                <a:solidFill>
                  <a:srgbClr val="00B050"/>
                </a:solidFill>
                <a:ea typeface="ＭＳ Ｐゴシック" panose="020B0600070205080204" pitchFamily="34" charset="-128"/>
              </a:rPr>
              <a:t>client-server</a:t>
            </a:r>
            <a:endParaRPr lang="en-US" sz="4400">
              <a:solidFill>
                <a:srgbClr val="00B050"/>
              </a:solidFill>
            </a:endParaRPr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545123" y="1309462"/>
            <a:ext cx="6098355" cy="2014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 transmission: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must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sequentially send (upload)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copies: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to send one copy: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F/u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to send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copies: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NF/u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99" y="3219848"/>
            <a:ext cx="5773736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client: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client must download file copy</a:t>
            </a:r>
          </a:p>
          <a:p>
            <a:pPr marL="800100" marR="0" lvl="1" indent="-34290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2400" b="0" i="1" u="none" strike="noStrike" kern="1200" cap="none" spc="0" normalizeH="0" baseline="-25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</a:t>
            </a:r>
            <a:r>
              <a:rPr kumimoji="0" lang="en-US" altLang="en-US" sz="2400" b="0" i="0" u="none" strike="noStrike" kern="1200" cap="none" spc="0" normalizeH="0" baseline="-25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= min client download rate</a:t>
            </a:r>
          </a:p>
          <a:p>
            <a:pPr marL="800100" marR="0" lvl="1" indent="-34290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 client download time: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F/</a:t>
            </a:r>
            <a:r>
              <a:rPr kumimoji="0" lang="en-US" altLang="en-US" sz="24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2400" b="0" i="1" u="none" strike="noStrike" kern="1200" cap="none" spc="0" normalizeH="0" baseline="-25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min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endParaRPr kumimoji="0" lang="en-US" altLang="en-US" sz="24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193E6F0-6AB2-EC43-BC1A-D75808C2FB26}"/>
              </a:ext>
            </a:extLst>
          </p:cNvPr>
          <p:cNvGrpSpPr/>
          <p:nvPr/>
        </p:nvGrpSpPr>
        <p:grpSpPr>
          <a:xfrm>
            <a:off x="6796266" y="1727769"/>
            <a:ext cx="4518025" cy="203676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network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US" altLang="en-US" sz="16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5" name="Line 53">
            <a:extLst>
              <a:ext uri="{FF2B5EF4-FFF2-40B4-BE49-F238E27FC236}">
                <a16:creationId xmlns:a16="http://schemas.microsoft.com/office/drawing/2014/main" id="{5B4F3401-24CB-7648-BD89-1A7CFF534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6884" y="5742831"/>
            <a:ext cx="430213" cy="692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Text Box 54">
            <a:extLst>
              <a:ext uri="{FF2B5EF4-FFF2-40B4-BE49-F238E27FC236}">
                <a16:creationId xmlns:a16="http://schemas.microsoft.com/office/drawing/2014/main" id="{5BD0C7E9-770D-0B41-BE6E-3ADF8479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784" y="6271469"/>
            <a:ext cx="2905732" cy="39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increases linearly in N</a:t>
            </a:r>
          </a:p>
        </p:txBody>
      </p:sp>
      <p:sp>
        <p:nvSpPr>
          <p:cNvPr id="147" name="Text Box 51">
            <a:extLst>
              <a:ext uri="{FF2B5EF4-FFF2-40B4-BE49-F238E27FC236}">
                <a16:creationId xmlns:a16="http://schemas.microsoft.com/office/drawing/2014/main" id="{49B83A0D-0FBE-7E43-85D0-C80B2E74D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226" y="5036394"/>
            <a:ext cx="3049233" cy="103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to  distribute F </a:t>
            </a:r>
          </a:p>
          <a:p>
            <a:pPr marL="342900" marR="0" lvl="0" indent="-34290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N clients using </a:t>
            </a:r>
          </a:p>
          <a:p>
            <a:pPr marL="342900" marR="0" lvl="0" indent="-34290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client-server approach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Rectangle 55">
            <a:extLst>
              <a:ext uri="{FF2B5EF4-FFF2-40B4-BE49-F238E27FC236}">
                <a16:creationId xmlns:a16="http://schemas.microsoft.com/office/drawing/2014/main" id="{01D3C4E1-DA80-A24C-A094-D590BCC34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348" y="4964956"/>
            <a:ext cx="7421599" cy="12350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9" name="Text Box 96">
            <a:extLst>
              <a:ext uri="{FF2B5EF4-FFF2-40B4-BE49-F238E27FC236}">
                <a16:creationId xmlns:a16="http://schemas.microsoft.com/office/drawing/2014/main" id="{11EFB657-3D70-CB41-8FB4-5E358070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6559" y="5279281"/>
            <a:ext cx="43436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</a:t>
            </a:r>
            <a:r>
              <a: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c-s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&gt; max{NF/u</a:t>
            </a:r>
            <a:r>
              <a: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s,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,F/d</a:t>
            </a:r>
            <a:r>
              <a: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min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}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150" name="Line 120">
            <a:extLst>
              <a:ext uri="{FF2B5EF4-FFF2-40B4-BE49-F238E27FC236}">
                <a16:creationId xmlns:a16="http://schemas.microsoft.com/office/drawing/2014/main" id="{804EF034-3125-A746-B994-CD76FEE71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3497" y="5707906"/>
            <a:ext cx="174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99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File distribution time: </a:t>
            </a:r>
            <a:r>
              <a:rPr lang="en-US" altLang="en-US" sz="4400">
                <a:solidFill>
                  <a:srgbClr val="00B050"/>
                </a:solidFill>
                <a:ea typeface="ＭＳ Ｐゴシック" panose="020B0600070205080204" pitchFamily="34" charset="-128"/>
              </a:rPr>
              <a:t>P2P</a:t>
            </a:r>
            <a:endParaRPr lang="en-US" sz="4400">
              <a:solidFill>
                <a:srgbClr val="00B050"/>
              </a:solidFill>
            </a:endParaRPr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755629" y="1323701"/>
            <a:ext cx="6098355" cy="2014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 transmission: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must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upload at least one copy: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to send one copy: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F/u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66" y="2707749"/>
            <a:ext cx="5773736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client: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client must download file copy</a:t>
            </a:r>
          </a:p>
          <a:p>
            <a:pPr marL="800100" marR="0" lvl="1" indent="-34290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 client download time: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F/</a:t>
            </a:r>
            <a:r>
              <a:rPr kumimoji="0" lang="en-US" altLang="en-US" sz="24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2400" b="0" i="1" u="none" strike="noStrike" kern="1200" cap="none" spc="0" normalizeH="0" baseline="-25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min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endParaRPr kumimoji="0" lang="en-US" altLang="en-US" sz="24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193E6F0-6AB2-EC43-BC1A-D75808C2FB26}"/>
              </a:ext>
            </a:extLst>
          </p:cNvPr>
          <p:cNvGrpSpPr/>
          <p:nvPr/>
        </p:nvGrpSpPr>
        <p:grpSpPr>
          <a:xfrm>
            <a:off x="7006772" y="1790995"/>
            <a:ext cx="4518025" cy="203676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network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</a:t>
              </a:r>
              <a:r>
                <a:rPr kumimoji="0" lang="en-US" altLang="en-US" sz="1800" b="0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US" altLang="en-US" sz="16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4" name="Rectangle 47">
            <a:extLst>
              <a:ext uri="{FF2B5EF4-FFF2-40B4-BE49-F238E27FC236}">
                <a16:creationId xmlns:a16="http://schemas.microsoft.com/office/drawing/2014/main" id="{26E15167-D083-564B-BF0B-913CAA617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984" y="3876829"/>
            <a:ext cx="852416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clients: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aggregate must download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NF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bits</a:t>
            </a:r>
          </a:p>
          <a:p>
            <a:pPr marL="681038" marR="0" lvl="1" indent="-223838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 upload rate (limiting max download rate) is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+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</a:t>
            </a:r>
          </a:p>
        </p:txBody>
      </p:sp>
      <p:sp>
        <p:nvSpPr>
          <p:cNvPr id="75" name="Text Box 51">
            <a:extLst>
              <a:ext uri="{FF2B5EF4-FFF2-40B4-BE49-F238E27FC236}">
                <a16:creationId xmlns:a16="http://schemas.microsoft.com/office/drawing/2014/main" id="{6898F8CA-12DA-BE4E-B99B-FD50E8479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934" y="5088499"/>
            <a:ext cx="2267800" cy="887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to  distribute F </a:t>
            </a:r>
          </a:p>
          <a:p>
            <a:pPr marL="342900" marR="0" lvl="0" indent="-34290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N clients using </a:t>
            </a:r>
          </a:p>
          <a:p>
            <a:pPr marL="342900" marR="0" lvl="0" indent="-34290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P2P approach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" name="Rectangle 55">
            <a:extLst>
              <a:ext uri="{FF2B5EF4-FFF2-40B4-BE49-F238E27FC236}">
                <a16:creationId xmlns:a16="http://schemas.microsoft.com/office/drawing/2014/main" id="{07D73A35-ECF9-A74A-AC62-7DA2D517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19" y="4991768"/>
            <a:ext cx="9155099" cy="1006589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id="{1DD5EA55-8934-0448-A71E-1044D6D26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018" y="5202837"/>
            <a:ext cx="62620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</a:t>
            </a:r>
            <a:r>
              <a: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P2P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&gt; max{F/</a:t>
            </a:r>
            <a:r>
              <a:rPr kumimoji="0" lang="en-US" altLang="en-US" sz="32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3200" b="0" i="1" u="none" strike="noStrike" kern="1200" cap="none" spc="0" normalizeH="0" baseline="-25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s,</a:t>
            </a:r>
            <a:r>
              <a:rPr kumimoji="0" lang="en-US" altLang="en-US" sz="32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,F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32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1" u="none" strike="noStrike" kern="1200" cap="none" spc="0" normalizeH="0" baseline="-25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min</a:t>
            </a:r>
            <a:r>
              <a:rPr kumimoji="0" lang="en-US" altLang="en-US" sz="32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,NF/(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8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+ 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8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}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CD18A4-3D93-C746-80BB-B1FC987C2D33}"/>
              </a:ext>
            </a:extLst>
          </p:cNvPr>
          <p:cNvGrpSpPr/>
          <p:nvPr/>
        </p:nvGrpSpPr>
        <p:grpSpPr>
          <a:xfrm>
            <a:off x="3027135" y="5637812"/>
            <a:ext cx="7034618" cy="1072227"/>
            <a:chOff x="3027135" y="5637812"/>
            <a:chExt cx="7034618" cy="1072227"/>
          </a:xfrm>
        </p:grpSpPr>
        <p:sp>
          <p:nvSpPr>
            <p:cNvPr id="78" name="Line 33">
              <a:extLst>
                <a:ext uri="{FF2B5EF4-FFF2-40B4-BE49-F238E27FC236}">
                  <a16:creationId xmlns:a16="http://schemas.microsoft.com/office/drawing/2014/main" id="{9C4B1B80-0BB4-8F40-8465-4FD53B2DE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7481" y="5669562"/>
              <a:ext cx="174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Line 53">
              <a:extLst>
                <a:ext uri="{FF2B5EF4-FFF2-40B4-BE49-F238E27FC236}">
                  <a16:creationId xmlns:a16="http://schemas.microsoft.com/office/drawing/2014/main" id="{79E64125-C1DB-B546-9439-BAE60A04A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2594" y="5731183"/>
              <a:ext cx="376235" cy="57991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Text Box 54">
              <a:extLst>
                <a:ext uri="{FF2B5EF4-FFF2-40B4-BE49-F238E27FC236}">
                  <a16:creationId xmlns:a16="http://schemas.microsoft.com/office/drawing/2014/main" id="{8D508472-5111-9543-8884-ADE493736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7135" y="6314866"/>
              <a:ext cx="7034618" cy="39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… but so does this, as each peer brings service capacity</a:t>
              </a:r>
            </a:p>
          </p:txBody>
        </p:sp>
        <p:sp>
          <p:nvSpPr>
            <p:cNvPr id="151" name="Line 53">
              <a:extLst>
                <a:ext uri="{FF2B5EF4-FFF2-40B4-BE49-F238E27FC236}">
                  <a16:creationId xmlns:a16="http://schemas.microsoft.com/office/drawing/2014/main" id="{C2E61335-33C5-8040-B976-4A6DABA4E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35121" y="5637812"/>
              <a:ext cx="376235" cy="46253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Text Box 54">
              <a:extLst>
                <a:ext uri="{FF2B5EF4-FFF2-40B4-BE49-F238E27FC236}">
                  <a16:creationId xmlns:a16="http://schemas.microsoft.com/office/drawing/2014/main" id="{5FCFA7D9-F5C4-B849-A76B-A54251B68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684" y="6045728"/>
              <a:ext cx="3187860" cy="39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increases linearly in 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119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Client-server vs. P2P: example</a:t>
            </a:r>
          </a:p>
        </p:txBody>
      </p:sp>
      <p:sp>
        <p:nvSpPr>
          <p:cNvPr id="145" name="Text Box 5">
            <a:extLst>
              <a:ext uri="{FF2B5EF4-FFF2-40B4-BE49-F238E27FC236}">
                <a16:creationId xmlns:a16="http://schemas.microsoft.com/office/drawing/2014/main" id="{EEB38FFC-0E85-9543-BFA8-AC6EA14A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045" y="1362602"/>
            <a:ext cx="7481468" cy="474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upload rate =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u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F/u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= 1 hour,  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= 10u,  </a:t>
            </a:r>
            <a:r>
              <a:rPr kumimoji="0" lang="en-US" altLang="en-US" sz="24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2400" b="0" i="1" u="none" strike="noStrike" kern="1200" cap="none" spc="0" normalizeH="0" baseline="-25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min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≥ u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</a:p>
        </p:txBody>
      </p:sp>
      <p:graphicFrame>
        <p:nvGraphicFramePr>
          <p:cNvPr id="146" name="Object 2">
            <a:extLst>
              <a:ext uri="{FF2B5EF4-FFF2-40B4-BE49-F238E27FC236}">
                <a16:creationId xmlns:a16="http://schemas.microsoft.com/office/drawing/2014/main" id="{DA2A3735-C6EA-E243-957F-9D948479E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6864" y="1835409"/>
          <a:ext cx="7031830" cy="4790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34300" imgH="5295900" progId="Excel.Chart.8">
                  <p:embed/>
                </p:oleObj>
              </mc:Choice>
              <mc:Fallback>
                <p:oleObj name="Chart" r:id="rId3" imgW="7734300" imgH="5295900" progId="Excel.Chart.8">
                  <p:embed/>
                  <p:pic>
                    <p:nvPicPr>
                      <p:cNvPr id="146" name="Object 2">
                        <a:extLst>
                          <a:ext uri="{FF2B5EF4-FFF2-40B4-BE49-F238E27FC236}">
                            <a16:creationId xmlns:a16="http://schemas.microsoft.com/office/drawing/2014/main" id="{DA2A3735-C6EA-E243-957F-9D948479E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864" y="1835409"/>
                        <a:ext cx="7031830" cy="4790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2745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P2P file distribution: BitTorrent </a:t>
            </a: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9F70DCCB-36C3-394B-AA08-EB0F698CB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84" y="1260022"/>
            <a:ext cx="71247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divided into chunks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in torrent send/receive file chunks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id="{5650BC65-B000-EC4F-B4E6-547C48D65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096" y="2371997"/>
            <a:ext cx="3018775" cy="775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tracker: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tracks peers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participating in torrent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2814A19F-08C5-434B-8DB2-D4053753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019" y="2385559"/>
            <a:ext cx="4044723" cy="775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torrent: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group of peers exchanging  chunks of a file</a:t>
            </a:r>
          </a:p>
        </p:txBody>
      </p:sp>
      <p:sp>
        <p:nvSpPr>
          <p:cNvPr id="11" name="Line 21">
            <a:extLst>
              <a:ext uri="{FF2B5EF4-FFF2-40B4-BE49-F238E27FC236}">
                <a16:creationId xmlns:a16="http://schemas.microsoft.com/office/drawing/2014/main" id="{91218428-BF18-064C-AC6D-09C6F280B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9045" y="3765096"/>
            <a:ext cx="1587" cy="536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25">
            <a:extLst>
              <a:ext uri="{FF2B5EF4-FFF2-40B4-BE49-F238E27FC236}">
                <a16:creationId xmlns:a16="http://schemas.microsoft.com/office/drawing/2014/main" id="{83D9B80D-0209-4147-9E8B-F917A5CAC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5245" y="3493634"/>
            <a:ext cx="2551112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26">
            <a:extLst>
              <a:ext uri="{FF2B5EF4-FFF2-40B4-BE49-F238E27FC236}">
                <a16:creationId xmlns:a16="http://schemas.microsoft.com/office/drawing/2014/main" id="{F9471077-2BA5-5449-84C5-497550D1A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045" y="3644446"/>
            <a:ext cx="247650" cy="181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10E079A5-4F27-9043-ABC7-F13963D847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31932" y="3404734"/>
            <a:ext cx="1168400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ine 28">
            <a:extLst>
              <a:ext uri="{FF2B5EF4-FFF2-40B4-BE49-F238E27FC236}">
                <a16:creationId xmlns:a16="http://schemas.microsoft.com/office/drawing/2014/main" id="{5691CE8D-190A-8F4F-81D8-DA20F9A025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5957" y="3941309"/>
            <a:ext cx="2039938" cy="198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0B716A5B-3226-9240-889D-C421A6779B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3270" y="5906634"/>
            <a:ext cx="739775" cy="16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Line 30">
            <a:extLst>
              <a:ext uri="{FF2B5EF4-FFF2-40B4-BE49-F238E27FC236}">
                <a16:creationId xmlns:a16="http://schemas.microsoft.com/office/drawing/2014/main" id="{CB541843-3E52-6849-8C3D-ACA1E8B0A9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2257" y="3603171"/>
            <a:ext cx="900113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Line 31">
            <a:extLst>
              <a:ext uri="{FF2B5EF4-FFF2-40B4-BE49-F238E27FC236}">
                <a16:creationId xmlns:a16="http://schemas.microsoft.com/office/drawing/2014/main" id="{52216A70-C583-4540-BB2D-CF1771FB2A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7357" y="4989059"/>
            <a:ext cx="2120900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ine 32">
            <a:extLst>
              <a:ext uri="{FF2B5EF4-FFF2-40B4-BE49-F238E27FC236}">
                <a16:creationId xmlns:a16="http://schemas.microsoft.com/office/drawing/2014/main" id="{F807AF1E-A5B9-A540-A172-58D4029FD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7482" y="3547609"/>
            <a:ext cx="1182688" cy="127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Line 33">
            <a:extLst>
              <a:ext uri="{FF2B5EF4-FFF2-40B4-BE49-F238E27FC236}">
                <a16:creationId xmlns:a16="http://schemas.microsoft.com/office/drawing/2014/main" id="{57AE3ACE-B172-774D-A007-D1E10D334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0395" y="5928859"/>
            <a:ext cx="376237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Line 34">
            <a:extLst>
              <a:ext uri="{FF2B5EF4-FFF2-40B4-BE49-F238E27FC236}">
                <a16:creationId xmlns:a16="http://schemas.microsoft.com/office/drawing/2014/main" id="{AD1B36D1-84DC-F74A-AFE8-CA1FD75FB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970" y="6224134"/>
            <a:ext cx="14906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Box 35">
            <a:extLst>
              <a:ext uri="{FF2B5EF4-FFF2-40B4-BE49-F238E27FC236}">
                <a16:creationId xmlns:a16="http://schemas.microsoft.com/office/drawing/2014/main" id="{4EFE36E1-3543-7248-A7C0-2AC7D4F78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70" y="4766809"/>
            <a:ext cx="15850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Alice arrives  …</a:t>
            </a:r>
          </a:p>
        </p:txBody>
      </p:sp>
      <p:sp>
        <p:nvSpPr>
          <p:cNvPr id="23" name="Line 38">
            <a:extLst>
              <a:ext uri="{FF2B5EF4-FFF2-40B4-BE49-F238E27FC236}">
                <a16:creationId xmlns:a16="http://schemas.microsoft.com/office/drawing/2014/main" id="{E123A252-D37E-4649-B66C-7F9C1DB6CC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1257" y="5163684"/>
            <a:ext cx="263525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39" descr="Alice">
            <a:extLst>
              <a:ext uri="{FF2B5EF4-FFF2-40B4-BE49-F238E27FC236}">
                <a16:creationId xmlns:a16="http://schemas.microsoft.com/office/drawing/2014/main" id="{6F308F82-9362-FC4F-921E-2715C3D3E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270" y="4284209"/>
            <a:ext cx="4746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Line 42">
            <a:extLst>
              <a:ext uri="{FF2B5EF4-FFF2-40B4-BE49-F238E27FC236}">
                <a16:creationId xmlns:a16="http://schemas.microsoft.com/office/drawing/2014/main" id="{3C11B289-FD57-9D4E-9E24-3A266C61D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4820" y="3122159"/>
            <a:ext cx="476250" cy="25876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Box 35">
            <a:extLst>
              <a:ext uri="{FF2B5EF4-FFF2-40B4-BE49-F238E27FC236}">
                <a16:creationId xmlns:a16="http://schemas.microsoft.com/office/drawing/2014/main" id="{927C2D32-6615-3F4A-95AB-84426525C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4857" y="5027159"/>
            <a:ext cx="21605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 obtains list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 peers from tracker</a:t>
            </a:r>
          </a:p>
        </p:txBody>
      </p:sp>
      <p:grpSp>
        <p:nvGrpSpPr>
          <p:cNvPr id="27" name="Group 68">
            <a:extLst>
              <a:ext uri="{FF2B5EF4-FFF2-40B4-BE49-F238E27FC236}">
                <a16:creationId xmlns:a16="http://schemas.microsoft.com/office/drawing/2014/main" id="{0CB0B1F3-FC8E-0A48-BF34-45F53DE7FC53}"/>
              </a:ext>
            </a:extLst>
          </p:cNvPr>
          <p:cNvGrpSpPr>
            <a:grpSpLocks/>
          </p:cNvGrpSpPr>
          <p:nvPr/>
        </p:nvGrpSpPr>
        <p:grpSpPr bwMode="auto">
          <a:xfrm>
            <a:off x="4528457" y="3571421"/>
            <a:ext cx="3492500" cy="2163763"/>
            <a:chOff x="1752" y="2166"/>
            <a:chExt cx="2200" cy="1363"/>
          </a:xfrm>
        </p:grpSpPr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07CCED51-0858-B14F-BA5F-7B3C851D3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" y="2166"/>
              <a:ext cx="361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AE1CB49D-CE6D-D143-95DB-E659615A3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0" y="2352"/>
              <a:ext cx="2182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327E99FD-0AAB-E84D-845A-9A6E34919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820"/>
              <a:ext cx="155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1" name="Text Box 35">
            <a:extLst>
              <a:ext uri="{FF2B5EF4-FFF2-40B4-BE49-F238E27FC236}">
                <a16:creationId xmlns:a16="http://schemas.microsoft.com/office/drawing/2014/main" id="{41FA99F8-69D2-FB4B-B615-224F5CEB2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170" y="5568496"/>
            <a:ext cx="317202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 and begins exchanging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chunks with peers in torrent</a:t>
            </a:r>
          </a:p>
        </p:txBody>
      </p:sp>
      <p:grpSp>
        <p:nvGrpSpPr>
          <p:cNvPr id="32" name="Group 71">
            <a:extLst>
              <a:ext uri="{FF2B5EF4-FFF2-40B4-BE49-F238E27FC236}">
                <a16:creationId xmlns:a16="http://schemas.microsoft.com/office/drawing/2014/main" id="{A0FCD1EA-5119-B341-A835-E304CBD33AC4}"/>
              </a:ext>
            </a:extLst>
          </p:cNvPr>
          <p:cNvGrpSpPr>
            <a:grpSpLocks/>
          </p:cNvGrpSpPr>
          <p:nvPr/>
        </p:nvGrpSpPr>
        <p:grpSpPr bwMode="auto">
          <a:xfrm>
            <a:off x="3931557" y="3080884"/>
            <a:ext cx="379413" cy="604837"/>
            <a:chOff x="4140" y="429"/>
            <a:chExt cx="1425" cy="2396"/>
          </a:xfrm>
        </p:grpSpPr>
        <p:sp>
          <p:nvSpPr>
            <p:cNvPr id="33" name="Freeform 72">
              <a:extLst>
                <a:ext uri="{FF2B5EF4-FFF2-40B4-BE49-F238E27FC236}">
                  <a16:creationId xmlns:a16="http://schemas.microsoft.com/office/drawing/2014/main" id="{36B6D999-1302-CA4C-9CFD-B5CDD532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73">
              <a:extLst>
                <a:ext uri="{FF2B5EF4-FFF2-40B4-BE49-F238E27FC236}">
                  <a16:creationId xmlns:a16="http://schemas.microsoft.com/office/drawing/2014/main" id="{AE763A03-0DD4-834A-B674-79B066627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9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Freeform 74">
              <a:extLst>
                <a:ext uri="{FF2B5EF4-FFF2-40B4-BE49-F238E27FC236}">
                  <a16:creationId xmlns:a16="http://schemas.microsoft.com/office/drawing/2014/main" id="{1AF22850-A524-C34B-9648-D7E113A51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E1031A0C-C898-9240-84A5-5DF224E4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76">
              <a:extLst>
                <a:ext uri="{FF2B5EF4-FFF2-40B4-BE49-F238E27FC236}">
                  <a16:creationId xmlns:a16="http://schemas.microsoft.com/office/drawing/2014/main" id="{FE7D0B4D-AB22-7349-A08A-69B9AFDFE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8" name="Group 77">
              <a:extLst>
                <a:ext uri="{FF2B5EF4-FFF2-40B4-BE49-F238E27FC236}">
                  <a16:creationId xmlns:a16="http://schemas.microsoft.com/office/drawing/2014/main" id="{4BEA5B83-9C56-7E41-BD11-392356434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3" name="AutoShape 78">
                <a:extLst>
                  <a:ext uri="{FF2B5EF4-FFF2-40B4-BE49-F238E27FC236}">
                    <a16:creationId xmlns:a16="http://schemas.microsoft.com/office/drawing/2014/main" id="{A1F98537-39E1-5140-824E-666C1A8D1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AutoShape 79">
                <a:extLst>
                  <a:ext uri="{FF2B5EF4-FFF2-40B4-BE49-F238E27FC236}">
                    <a16:creationId xmlns:a16="http://schemas.microsoft.com/office/drawing/2014/main" id="{3E630405-7E91-474D-81B7-5BE15C86F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Rectangle 80">
              <a:extLst>
                <a:ext uri="{FF2B5EF4-FFF2-40B4-BE49-F238E27FC236}">
                  <a16:creationId xmlns:a16="http://schemas.microsoft.com/office/drawing/2014/main" id="{B81937BA-7B8F-934F-9886-304C1E0FE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" name="Group 81">
              <a:extLst>
                <a:ext uri="{FF2B5EF4-FFF2-40B4-BE49-F238E27FC236}">
                  <a16:creationId xmlns:a16="http://schemas.microsoft.com/office/drawing/2014/main" id="{EB47381C-540F-D44E-B9A6-D96D60900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1" name="AutoShape 82">
                <a:extLst>
                  <a:ext uri="{FF2B5EF4-FFF2-40B4-BE49-F238E27FC236}">
                    <a16:creationId xmlns:a16="http://schemas.microsoft.com/office/drawing/2014/main" id="{CB241153-BE70-A046-A468-0E9F962F2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9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AutoShape 83">
                <a:extLst>
                  <a:ext uri="{FF2B5EF4-FFF2-40B4-BE49-F238E27FC236}">
                    <a16:creationId xmlns:a16="http://schemas.microsoft.com/office/drawing/2014/main" id="{AE4F9DC7-0CE7-224E-AC2E-7172DE8E4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" name="Rectangle 84">
              <a:extLst>
                <a:ext uri="{FF2B5EF4-FFF2-40B4-BE49-F238E27FC236}">
                  <a16:creationId xmlns:a16="http://schemas.microsoft.com/office/drawing/2014/main" id="{8C5EDE9F-7A54-8E4C-9F85-07C13C5C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Rectangle 85">
              <a:extLst>
                <a:ext uri="{FF2B5EF4-FFF2-40B4-BE49-F238E27FC236}">
                  <a16:creationId xmlns:a16="http://schemas.microsoft.com/office/drawing/2014/main" id="{6FEC7A6E-AAC2-3842-B9A4-935F2060D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5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" name="Group 86">
              <a:extLst>
                <a:ext uri="{FF2B5EF4-FFF2-40B4-BE49-F238E27FC236}">
                  <a16:creationId xmlns:a16="http://schemas.microsoft.com/office/drawing/2014/main" id="{CAC1B168-07EE-3C44-9AEE-5914C1B8D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9" name="AutoShape 87">
                <a:extLst>
                  <a:ext uri="{FF2B5EF4-FFF2-40B4-BE49-F238E27FC236}">
                    <a16:creationId xmlns:a16="http://schemas.microsoft.com/office/drawing/2014/main" id="{F49F383C-F941-F64A-8DDE-13A4D8D16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82"/>
                <a:ext cx="72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0" name="AutoShape 88">
                <a:extLst>
                  <a:ext uri="{FF2B5EF4-FFF2-40B4-BE49-F238E27FC236}">
                    <a16:creationId xmlns:a16="http://schemas.microsoft.com/office/drawing/2014/main" id="{E3456229-948B-9C4F-B503-DD55D3230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" name="Freeform 89">
              <a:extLst>
                <a:ext uri="{FF2B5EF4-FFF2-40B4-BE49-F238E27FC236}">
                  <a16:creationId xmlns:a16="http://schemas.microsoft.com/office/drawing/2014/main" id="{3234093D-FE87-774F-B1CC-0588229AE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5" name="Group 90">
              <a:extLst>
                <a:ext uri="{FF2B5EF4-FFF2-40B4-BE49-F238E27FC236}">
                  <a16:creationId xmlns:a16="http://schemas.microsoft.com/office/drawing/2014/main" id="{BA746CA5-383B-584C-B3CE-776F388C9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" name="AutoShape 91">
                <a:extLst>
                  <a:ext uri="{FF2B5EF4-FFF2-40B4-BE49-F238E27FC236}">
                    <a16:creationId xmlns:a16="http://schemas.microsoft.com/office/drawing/2014/main" id="{68AEEFFF-F3C4-BE40-8529-27EE2B357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92">
                <a:extLst>
                  <a:ext uri="{FF2B5EF4-FFF2-40B4-BE49-F238E27FC236}">
                    <a16:creationId xmlns:a16="http://schemas.microsoft.com/office/drawing/2014/main" id="{A5A04A8A-7369-354C-9B2B-CE0C0C572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8"/>
                <a:ext cx="706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6" name="Rectangle 93">
              <a:extLst>
                <a:ext uri="{FF2B5EF4-FFF2-40B4-BE49-F238E27FC236}">
                  <a16:creationId xmlns:a16="http://schemas.microsoft.com/office/drawing/2014/main" id="{618A0788-435C-8042-AA0E-E94601F03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2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25054F67-2153-544C-AC14-FB9950D72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F3155E84-B2BA-A749-84BE-14633D97E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96">
              <a:extLst>
                <a:ext uri="{FF2B5EF4-FFF2-40B4-BE49-F238E27FC236}">
                  <a16:creationId xmlns:a16="http://schemas.microsoft.com/office/drawing/2014/main" id="{CA182219-7AC0-E240-972C-91BD56BAF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1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85F80E33-0DDA-284C-9587-26BBD9164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AutoShape 98">
              <a:extLst>
                <a:ext uri="{FF2B5EF4-FFF2-40B4-BE49-F238E27FC236}">
                  <a16:creationId xmlns:a16="http://schemas.microsoft.com/office/drawing/2014/main" id="{882E6AD3-0779-D044-AD1D-25D362270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8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" name="AutoShape 99">
              <a:extLst>
                <a:ext uri="{FF2B5EF4-FFF2-40B4-BE49-F238E27FC236}">
                  <a16:creationId xmlns:a16="http://schemas.microsoft.com/office/drawing/2014/main" id="{7B40A6F7-0BA7-7E46-8BEC-61560B693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Oval 100">
              <a:extLst>
                <a:ext uri="{FF2B5EF4-FFF2-40B4-BE49-F238E27FC236}">
                  <a16:creationId xmlns:a16="http://schemas.microsoft.com/office/drawing/2014/main" id="{F7339661-C71C-C74D-AC1D-5ED32FE9B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1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Oval 101">
              <a:extLst>
                <a:ext uri="{FF2B5EF4-FFF2-40B4-BE49-F238E27FC236}">
                  <a16:creationId xmlns:a16="http://schemas.microsoft.com/office/drawing/2014/main" id="{B23B5791-AF12-DF45-86A6-EECA1ABBE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5"/>
              <a:ext cx="161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5" name="Oval 102">
              <a:extLst>
                <a:ext uri="{FF2B5EF4-FFF2-40B4-BE49-F238E27FC236}">
                  <a16:creationId xmlns:a16="http://schemas.microsoft.com/office/drawing/2014/main" id="{276ECC61-535B-904F-A386-35EBB8EC4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" y="2379"/>
              <a:ext cx="155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Rectangle 103">
              <a:extLst>
                <a:ext uri="{FF2B5EF4-FFF2-40B4-BE49-F238E27FC236}">
                  <a16:creationId xmlns:a16="http://schemas.microsoft.com/office/drawing/2014/main" id="{EA9915CD-687B-DC45-B384-ED68394FB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8"/>
              <a:ext cx="83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5" name="Group 104">
            <a:extLst>
              <a:ext uri="{FF2B5EF4-FFF2-40B4-BE49-F238E27FC236}">
                <a16:creationId xmlns:a16="http://schemas.microsoft.com/office/drawing/2014/main" id="{A1CC28AD-9104-D040-9B79-0D23AB0DAD5C}"/>
              </a:ext>
            </a:extLst>
          </p:cNvPr>
          <p:cNvGrpSpPr>
            <a:grpSpLocks/>
          </p:cNvGrpSpPr>
          <p:nvPr/>
        </p:nvGrpSpPr>
        <p:grpSpPr bwMode="auto">
          <a:xfrm>
            <a:off x="3825195" y="4320721"/>
            <a:ext cx="685800" cy="588963"/>
            <a:chOff x="-44" y="1473"/>
            <a:chExt cx="981" cy="1105"/>
          </a:xfrm>
        </p:grpSpPr>
        <p:pic>
          <p:nvPicPr>
            <p:cNvPr id="66" name="Picture 105" descr="desktop_computer_stylized_medium">
              <a:extLst>
                <a:ext uri="{FF2B5EF4-FFF2-40B4-BE49-F238E27FC236}">
                  <a16:creationId xmlns:a16="http://schemas.microsoft.com/office/drawing/2014/main" id="{AAA9C191-A724-DE4E-A0DA-AF600AE1B4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106">
              <a:extLst>
                <a:ext uri="{FF2B5EF4-FFF2-40B4-BE49-F238E27FC236}">
                  <a16:creationId xmlns:a16="http://schemas.microsoft.com/office/drawing/2014/main" id="{E6FC85B1-48F0-1149-9E86-28C220903A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107">
            <a:extLst>
              <a:ext uri="{FF2B5EF4-FFF2-40B4-BE49-F238E27FC236}">
                <a16:creationId xmlns:a16="http://schemas.microsoft.com/office/drawing/2014/main" id="{291F0955-3988-7649-881A-FC89468189F9}"/>
              </a:ext>
            </a:extLst>
          </p:cNvPr>
          <p:cNvGrpSpPr>
            <a:grpSpLocks/>
          </p:cNvGrpSpPr>
          <p:nvPr/>
        </p:nvGrpSpPr>
        <p:grpSpPr bwMode="auto">
          <a:xfrm>
            <a:off x="5195207" y="5333546"/>
            <a:ext cx="728663" cy="620713"/>
            <a:chOff x="-44" y="1473"/>
            <a:chExt cx="981" cy="1105"/>
          </a:xfrm>
        </p:grpSpPr>
        <p:pic>
          <p:nvPicPr>
            <p:cNvPr id="69" name="Picture 108" descr="desktop_computer_stylized_medium">
              <a:extLst>
                <a:ext uri="{FF2B5EF4-FFF2-40B4-BE49-F238E27FC236}">
                  <a16:creationId xmlns:a16="http://schemas.microsoft.com/office/drawing/2014/main" id="{A5B37F88-7E58-784C-A670-1879282E52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Freeform 109">
              <a:extLst>
                <a:ext uri="{FF2B5EF4-FFF2-40B4-BE49-F238E27FC236}">
                  <a16:creationId xmlns:a16="http://schemas.microsoft.com/office/drawing/2014/main" id="{36940F9B-2451-784C-B12A-984CF4F873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1" name="Group 110">
            <a:extLst>
              <a:ext uri="{FF2B5EF4-FFF2-40B4-BE49-F238E27FC236}">
                <a16:creationId xmlns:a16="http://schemas.microsoft.com/office/drawing/2014/main" id="{7F424135-822E-074D-8C17-2A6D6E4ECAFC}"/>
              </a:ext>
            </a:extLst>
          </p:cNvPr>
          <p:cNvGrpSpPr>
            <a:grpSpLocks/>
          </p:cNvGrpSpPr>
          <p:nvPr/>
        </p:nvGrpSpPr>
        <p:grpSpPr bwMode="auto">
          <a:xfrm>
            <a:off x="5477782" y="5911396"/>
            <a:ext cx="728663" cy="620713"/>
            <a:chOff x="-44" y="1473"/>
            <a:chExt cx="981" cy="1105"/>
          </a:xfrm>
        </p:grpSpPr>
        <p:pic>
          <p:nvPicPr>
            <p:cNvPr id="72" name="Picture 111" descr="desktop_computer_stylized_medium">
              <a:extLst>
                <a:ext uri="{FF2B5EF4-FFF2-40B4-BE49-F238E27FC236}">
                  <a16:creationId xmlns:a16="http://schemas.microsoft.com/office/drawing/2014/main" id="{34FC5600-17A3-934E-9068-3B83CAC0C3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" name="Freeform 112">
              <a:extLst>
                <a:ext uri="{FF2B5EF4-FFF2-40B4-BE49-F238E27FC236}">
                  <a16:creationId xmlns:a16="http://schemas.microsoft.com/office/drawing/2014/main" id="{1F97F168-3D00-8E46-92E2-721EC7E48C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113">
            <a:extLst>
              <a:ext uri="{FF2B5EF4-FFF2-40B4-BE49-F238E27FC236}">
                <a16:creationId xmlns:a16="http://schemas.microsoft.com/office/drawing/2014/main" id="{C0B69BA7-0A27-7147-8AE9-1235C7C2A05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11445" y="4757284"/>
            <a:ext cx="728662" cy="620712"/>
            <a:chOff x="-44" y="1473"/>
            <a:chExt cx="981" cy="1105"/>
          </a:xfrm>
        </p:grpSpPr>
        <p:pic>
          <p:nvPicPr>
            <p:cNvPr id="75" name="Picture 114" descr="desktop_computer_stylized_medium">
              <a:extLst>
                <a:ext uri="{FF2B5EF4-FFF2-40B4-BE49-F238E27FC236}">
                  <a16:creationId xmlns:a16="http://schemas.microsoft.com/office/drawing/2014/main" id="{F68E7B52-0A00-E34D-9DA2-D7620DF99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115">
              <a:extLst>
                <a:ext uri="{FF2B5EF4-FFF2-40B4-BE49-F238E27FC236}">
                  <a16:creationId xmlns:a16="http://schemas.microsoft.com/office/drawing/2014/main" id="{CE23A1DF-EAD7-2749-B795-7C811DC2D39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7" name="Group 116">
            <a:extLst>
              <a:ext uri="{FF2B5EF4-FFF2-40B4-BE49-F238E27FC236}">
                <a16:creationId xmlns:a16="http://schemas.microsoft.com/office/drawing/2014/main" id="{C526BB6F-CCDA-0147-8FD0-0F99323F14A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63782" y="6095546"/>
            <a:ext cx="728663" cy="620713"/>
            <a:chOff x="-44" y="1473"/>
            <a:chExt cx="981" cy="1105"/>
          </a:xfrm>
        </p:grpSpPr>
        <p:pic>
          <p:nvPicPr>
            <p:cNvPr id="78" name="Picture 117" descr="desktop_computer_stylized_medium">
              <a:extLst>
                <a:ext uri="{FF2B5EF4-FFF2-40B4-BE49-F238E27FC236}">
                  <a16:creationId xmlns:a16="http://schemas.microsoft.com/office/drawing/2014/main" id="{CDFEDAF9-00CE-D646-8AE3-A7056CD30C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Freeform 118">
              <a:extLst>
                <a:ext uri="{FF2B5EF4-FFF2-40B4-BE49-F238E27FC236}">
                  <a16:creationId xmlns:a16="http://schemas.microsoft.com/office/drawing/2014/main" id="{3D90A292-9B8F-C447-9D79-AE8C9EFF482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0" name="Group 119">
            <a:extLst>
              <a:ext uri="{FF2B5EF4-FFF2-40B4-BE49-F238E27FC236}">
                <a16:creationId xmlns:a16="http://schemas.microsoft.com/office/drawing/2014/main" id="{EBC84D0D-5129-DF4C-A746-CE2C76A20F2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65420" y="3569834"/>
            <a:ext cx="728662" cy="620712"/>
            <a:chOff x="-44" y="1473"/>
            <a:chExt cx="981" cy="1105"/>
          </a:xfrm>
        </p:grpSpPr>
        <p:pic>
          <p:nvPicPr>
            <p:cNvPr id="81" name="Picture 120" descr="desktop_computer_stylized_medium">
              <a:extLst>
                <a:ext uri="{FF2B5EF4-FFF2-40B4-BE49-F238E27FC236}">
                  <a16:creationId xmlns:a16="http://schemas.microsoft.com/office/drawing/2014/main" id="{2B752977-E9AF-8448-A2A8-48B1A471FE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Freeform 121">
              <a:extLst>
                <a:ext uri="{FF2B5EF4-FFF2-40B4-BE49-F238E27FC236}">
                  <a16:creationId xmlns:a16="http://schemas.microsoft.com/office/drawing/2014/main" id="{2274D970-5334-1C44-8D20-95FD2587EC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3" name="Group 122">
            <a:extLst>
              <a:ext uri="{FF2B5EF4-FFF2-40B4-BE49-F238E27FC236}">
                <a16:creationId xmlns:a16="http://schemas.microsoft.com/office/drawing/2014/main" id="{62B3C8B1-8466-CB42-A6EE-7A22909B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68370" y="3036434"/>
            <a:ext cx="641350" cy="620712"/>
            <a:chOff x="-44" y="1473"/>
            <a:chExt cx="981" cy="1105"/>
          </a:xfrm>
        </p:grpSpPr>
        <p:pic>
          <p:nvPicPr>
            <p:cNvPr id="84" name="Picture 123" descr="desktop_computer_stylized_medium">
              <a:extLst>
                <a:ext uri="{FF2B5EF4-FFF2-40B4-BE49-F238E27FC236}">
                  <a16:creationId xmlns:a16="http://schemas.microsoft.com/office/drawing/2014/main" id="{AD943130-CC29-0E45-BFE5-3AE7F2348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" name="Freeform 124">
              <a:extLst>
                <a:ext uri="{FF2B5EF4-FFF2-40B4-BE49-F238E27FC236}">
                  <a16:creationId xmlns:a16="http://schemas.microsoft.com/office/drawing/2014/main" id="{D17179B0-F425-1A49-8872-7CDBB0C5274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6" name="Group 125">
            <a:extLst>
              <a:ext uri="{FF2B5EF4-FFF2-40B4-BE49-F238E27FC236}">
                <a16:creationId xmlns:a16="http://schemas.microsoft.com/office/drawing/2014/main" id="{E26E3FBF-E723-C040-AEE6-20EB441E8176}"/>
              </a:ext>
            </a:extLst>
          </p:cNvPr>
          <p:cNvGrpSpPr>
            <a:grpSpLocks/>
          </p:cNvGrpSpPr>
          <p:nvPr/>
        </p:nvGrpSpPr>
        <p:grpSpPr bwMode="auto">
          <a:xfrm>
            <a:off x="4758645" y="3026909"/>
            <a:ext cx="728662" cy="620712"/>
            <a:chOff x="-44" y="1473"/>
            <a:chExt cx="981" cy="1105"/>
          </a:xfrm>
        </p:grpSpPr>
        <p:pic>
          <p:nvPicPr>
            <p:cNvPr id="87" name="Picture 126" descr="desktop_computer_stylized_medium">
              <a:extLst>
                <a:ext uri="{FF2B5EF4-FFF2-40B4-BE49-F238E27FC236}">
                  <a16:creationId xmlns:a16="http://schemas.microsoft.com/office/drawing/2014/main" id="{CF1B6F22-9E2D-1944-A52E-E77715BBD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Freeform 127">
              <a:extLst>
                <a:ext uri="{FF2B5EF4-FFF2-40B4-BE49-F238E27FC236}">
                  <a16:creationId xmlns:a16="http://schemas.microsoft.com/office/drawing/2014/main" id="{22CD730C-689A-E44A-91FA-E8E769CE6D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9" name="Group 129">
            <a:extLst>
              <a:ext uri="{FF2B5EF4-FFF2-40B4-BE49-F238E27FC236}">
                <a16:creationId xmlns:a16="http://schemas.microsoft.com/office/drawing/2014/main" id="{A7C3F63D-74FF-7040-B1D2-88A6E501954B}"/>
              </a:ext>
            </a:extLst>
          </p:cNvPr>
          <p:cNvGrpSpPr>
            <a:grpSpLocks/>
          </p:cNvGrpSpPr>
          <p:nvPr/>
        </p:nvGrpSpPr>
        <p:grpSpPr bwMode="auto">
          <a:xfrm>
            <a:off x="6858907" y="5639934"/>
            <a:ext cx="490538" cy="412750"/>
            <a:chOff x="-44" y="1473"/>
            <a:chExt cx="981" cy="1105"/>
          </a:xfrm>
        </p:grpSpPr>
        <p:pic>
          <p:nvPicPr>
            <p:cNvPr id="90" name="Picture 130" descr="desktop_computer_stylized_medium">
              <a:extLst>
                <a:ext uri="{FF2B5EF4-FFF2-40B4-BE49-F238E27FC236}">
                  <a16:creationId xmlns:a16="http://schemas.microsoft.com/office/drawing/2014/main" id="{45B574F8-532C-7A46-A7F4-34C6C8EBE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131">
              <a:extLst>
                <a:ext uri="{FF2B5EF4-FFF2-40B4-BE49-F238E27FC236}">
                  <a16:creationId xmlns:a16="http://schemas.microsoft.com/office/drawing/2014/main" id="{AA7D8503-5853-054D-99AB-15405424F7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28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P2P file distribution: BitTorrent </a:t>
            </a:r>
          </a:p>
        </p:txBody>
      </p:sp>
      <p:sp>
        <p:nvSpPr>
          <p:cNvPr id="170" name="Rectangle 3">
            <a:extLst>
              <a:ext uri="{FF2B5EF4-FFF2-40B4-BE49-F238E27FC236}">
                <a16:creationId xmlns:a16="http://schemas.microsoft.com/office/drawing/2014/main" id="{BE01B437-A61A-9B44-A8C0-5BAD0C501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27" y="1548887"/>
            <a:ext cx="5988276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7338" marR="0" lvl="0" indent="-2873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peer joining torrent: </a:t>
            </a:r>
          </a:p>
          <a:p>
            <a:pPr marL="681038" marR="0" lvl="1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has no chunks, but will accumulate them over time from other peers</a:t>
            </a:r>
          </a:p>
          <a:p>
            <a:pPr marL="681038" marR="0" lvl="1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registers with tracker to get list of peers, </a:t>
            </a: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connects to subset of peers (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2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neighbors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Rectangle 3">
            <a:extLst>
              <a:ext uri="{FF2B5EF4-FFF2-40B4-BE49-F238E27FC236}">
                <a16:creationId xmlns:a16="http://schemas.microsoft.com/office/drawing/2014/main" id="{5C2EB95A-93B0-5840-9C4D-A1762DAE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56" y="3728719"/>
            <a:ext cx="10987087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87338" marR="0" lvl="0" indent="-2873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while downloading, peer uploads chunks to other peers</a:t>
            </a:r>
          </a:p>
          <a:p>
            <a:pPr marL="287338" marR="0" lvl="0" indent="-2873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 may change peers with whom it exchanges chunks</a:t>
            </a:r>
          </a:p>
          <a:p>
            <a:pPr marL="287338" marR="0" lvl="0" indent="-2873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churn: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peers may come and go</a:t>
            </a:r>
          </a:p>
          <a:p>
            <a:pPr marL="287338" marR="0" lvl="0" indent="-2873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once peer has entire file, it may (selfishly) leave or (altruistically) remain in torrent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CC6C24-30FA-4B4E-A269-8C92EE25BC46}"/>
              </a:ext>
            </a:extLst>
          </p:cNvPr>
          <p:cNvGrpSpPr/>
          <p:nvPr/>
        </p:nvGrpSpPr>
        <p:grpSpPr>
          <a:xfrm>
            <a:off x="7622267" y="1307114"/>
            <a:ext cx="3567113" cy="2233613"/>
            <a:chOff x="4911725" y="1368425"/>
            <a:chExt cx="3567113" cy="2233613"/>
          </a:xfrm>
        </p:grpSpPr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14C1BFA3-2422-AC40-9443-EBE4B0BA4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5225" y="1646238"/>
              <a:ext cx="1736725" cy="879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Line 26">
              <a:extLst>
                <a:ext uri="{FF2B5EF4-FFF2-40B4-BE49-F238E27FC236}">
                  <a16:creationId xmlns:a16="http://schemas.microsoft.com/office/drawing/2014/main" id="{858C722B-AFD5-3E4D-9F07-FC6900AAF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7113" y="1739900"/>
              <a:ext cx="168275" cy="1133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BE071C26-5E10-4944-8BF4-10C7EC327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23125" y="1590675"/>
              <a:ext cx="795338" cy="190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75CAFCCB-E9E5-7E49-A3F5-4958D9F89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7500" y="1925638"/>
              <a:ext cx="1389063" cy="1239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1D50DE5F-310E-1E44-85DE-D65DD48DF2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6238" y="3152775"/>
              <a:ext cx="504825" cy="101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Line 30">
              <a:extLst>
                <a:ext uri="{FF2B5EF4-FFF2-40B4-BE49-F238E27FC236}">
                  <a16:creationId xmlns:a16="http://schemas.microsoft.com/office/drawing/2014/main" id="{FCC71024-B200-2142-949F-7D4A1B58CB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99213" y="1714500"/>
              <a:ext cx="612775" cy="1046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8" name="Line 31">
              <a:extLst>
                <a:ext uri="{FF2B5EF4-FFF2-40B4-BE49-F238E27FC236}">
                  <a16:creationId xmlns:a16="http://schemas.microsoft.com/office/drawing/2014/main" id="{1790AC52-1931-A649-B99C-E0E7A089E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1925" y="2579688"/>
              <a:ext cx="1443038" cy="3016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9" name="Line 32">
              <a:extLst>
                <a:ext uri="{FF2B5EF4-FFF2-40B4-BE49-F238E27FC236}">
                  <a16:creationId xmlns:a16="http://schemas.microsoft.com/office/drawing/2014/main" id="{89975C97-C827-D24A-B1B2-BA5EA5D13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963" y="1679575"/>
              <a:ext cx="804862" cy="7969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0" name="Line 33">
              <a:extLst>
                <a:ext uri="{FF2B5EF4-FFF2-40B4-BE49-F238E27FC236}">
                  <a16:creationId xmlns:a16="http://schemas.microsoft.com/office/drawing/2014/main" id="{955D94CA-F543-6C42-A481-B95EE0186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165475"/>
              <a:ext cx="255587" cy="1365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1" name="Line 34">
              <a:extLst>
                <a:ext uri="{FF2B5EF4-FFF2-40B4-BE49-F238E27FC236}">
                  <a16:creationId xmlns:a16="http://schemas.microsoft.com/office/drawing/2014/main" id="{951F72DA-656A-D04D-A6C4-F256EFF9F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763" y="3351213"/>
              <a:ext cx="10144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Line 38">
              <a:extLst>
                <a:ext uri="{FF2B5EF4-FFF2-40B4-BE49-F238E27FC236}">
                  <a16:creationId xmlns:a16="http://schemas.microsoft.com/office/drawing/2014/main" id="{ADF91B87-973E-B548-B697-7A4079F1C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69238" y="2689225"/>
              <a:ext cx="179387" cy="5857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83" name="Picture 39" descr="Alice">
              <a:extLst>
                <a:ext uri="{FF2B5EF4-FFF2-40B4-BE49-F238E27FC236}">
                  <a16:creationId xmlns:a16="http://schemas.microsoft.com/office/drawing/2014/main" id="{6B053B54-9371-384F-AA52-C17465B4D3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1725" y="2139950"/>
              <a:ext cx="32385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" name="Group 70">
              <a:extLst>
                <a:ext uri="{FF2B5EF4-FFF2-40B4-BE49-F238E27FC236}">
                  <a16:creationId xmlns:a16="http://schemas.microsoft.com/office/drawing/2014/main" id="{C2114C23-66BC-A94F-90FC-3D02C545B2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6413" y="1693863"/>
              <a:ext cx="2378075" cy="1350962"/>
              <a:chOff x="1752" y="2166"/>
              <a:chExt cx="2200" cy="1363"/>
            </a:xfrm>
          </p:grpSpPr>
          <p:sp>
            <p:nvSpPr>
              <p:cNvPr id="185" name="Line 22">
                <a:extLst>
                  <a:ext uri="{FF2B5EF4-FFF2-40B4-BE49-F238E27FC236}">
                    <a16:creationId xmlns:a16="http://schemas.microsoft.com/office/drawing/2014/main" id="{1EE108AC-8EA8-9E4A-8B60-F03F95966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2166"/>
                <a:ext cx="361" cy="5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Line 23">
                <a:extLst>
                  <a:ext uri="{FF2B5EF4-FFF2-40B4-BE49-F238E27FC236}">
                    <a16:creationId xmlns:a16="http://schemas.microsoft.com/office/drawing/2014/main" id="{94D6AFB9-0FA7-C54C-9273-1A9C925AB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0" y="2352"/>
                <a:ext cx="2182" cy="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Line 24">
                <a:extLst>
                  <a:ext uri="{FF2B5EF4-FFF2-40B4-BE49-F238E27FC236}">
                    <a16:creationId xmlns:a16="http://schemas.microsoft.com/office/drawing/2014/main" id="{5EF4CD56-8EA9-104D-8536-971136B66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6" y="2820"/>
                <a:ext cx="1550" cy="7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88" name="Group 74">
              <a:extLst>
                <a:ext uri="{FF2B5EF4-FFF2-40B4-BE49-F238E27FC236}">
                  <a16:creationId xmlns:a16="http://schemas.microsoft.com/office/drawing/2014/main" id="{6DD06914-3CEB-5944-8E89-2281584DC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5100" y="1374775"/>
              <a:ext cx="292100" cy="517525"/>
              <a:chOff x="4140" y="429"/>
              <a:chExt cx="1425" cy="2396"/>
            </a:xfrm>
          </p:grpSpPr>
          <p:sp>
            <p:nvSpPr>
              <p:cNvPr id="189" name="Freeform 75">
                <a:extLst>
                  <a:ext uri="{FF2B5EF4-FFF2-40B4-BE49-F238E27FC236}">
                    <a16:creationId xmlns:a16="http://schemas.microsoft.com/office/drawing/2014/main" id="{F5672D96-1DC0-8542-9E0B-AF784B6A0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0" name="Rectangle 76">
                <a:extLst>
                  <a:ext uri="{FF2B5EF4-FFF2-40B4-BE49-F238E27FC236}">
                    <a16:creationId xmlns:a16="http://schemas.microsoft.com/office/drawing/2014/main" id="{C336E614-D216-1B4B-9137-3DC6CF7E4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1" name="Freeform 77">
                <a:extLst>
                  <a:ext uri="{FF2B5EF4-FFF2-40B4-BE49-F238E27FC236}">
                    <a16:creationId xmlns:a16="http://schemas.microsoft.com/office/drawing/2014/main" id="{CF30086E-5442-B544-9BE6-2A8083677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2" name="Freeform 78">
                <a:extLst>
                  <a:ext uri="{FF2B5EF4-FFF2-40B4-BE49-F238E27FC236}">
                    <a16:creationId xmlns:a16="http://schemas.microsoft.com/office/drawing/2014/main" id="{6218844C-628C-9547-A930-560D56E3C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3" name="Rectangle 79">
                <a:extLst>
                  <a:ext uri="{FF2B5EF4-FFF2-40B4-BE49-F238E27FC236}">
                    <a16:creationId xmlns:a16="http://schemas.microsoft.com/office/drawing/2014/main" id="{78F96A30-FAB7-9144-8F42-1A1B06A33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94" name="Group 80">
                <a:extLst>
                  <a:ext uri="{FF2B5EF4-FFF2-40B4-BE49-F238E27FC236}">
                    <a16:creationId xmlns:a16="http://schemas.microsoft.com/office/drawing/2014/main" id="{CECE58F7-7C4A-6F4D-B141-662B63F4A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9" name="AutoShape 81">
                  <a:extLst>
                    <a:ext uri="{FF2B5EF4-FFF2-40B4-BE49-F238E27FC236}">
                      <a16:creationId xmlns:a16="http://schemas.microsoft.com/office/drawing/2014/main" id="{D6885AAA-38B2-874F-868F-D00AB0AE0D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20" name="AutoShape 82">
                  <a:extLst>
                    <a:ext uri="{FF2B5EF4-FFF2-40B4-BE49-F238E27FC236}">
                      <a16:creationId xmlns:a16="http://schemas.microsoft.com/office/drawing/2014/main" id="{D61DCFC9-1720-7344-ADE6-5BD09A2BF1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95" name="Rectangle 83">
                <a:extLst>
                  <a:ext uri="{FF2B5EF4-FFF2-40B4-BE49-F238E27FC236}">
                    <a16:creationId xmlns:a16="http://schemas.microsoft.com/office/drawing/2014/main" id="{00D3BEA9-BA94-4044-B1D5-60A03C5C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96" name="Group 84">
                <a:extLst>
                  <a:ext uri="{FF2B5EF4-FFF2-40B4-BE49-F238E27FC236}">
                    <a16:creationId xmlns:a16="http://schemas.microsoft.com/office/drawing/2014/main" id="{641C2446-7A8F-504B-A8D3-FFEE0A9F63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7" name="AutoShape 85">
                  <a:extLst>
                    <a:ext uri="{FF2B5EF4-FFF2-40B4-BE49-F238E27FC236}">
                      <a16:creationId xmlns:a16="http://schemas.microsoft.com/office/drawing/2014/main" id="{C1F8A523-4462-AA4E-A2CA-29700E5DA9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8" name="AutoShape 86">
                  <a:extLst>
                    <a:ext uri="{FF2B5EF4-FFF2-40B4-BE49-F238E27FC236}">
                      <a16:creationId xmlns:a16="http://schemas.microsoft.com/office/drawing/2014/main" id="{A7658F20-DB1E-464F-B607-89092583F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97" name="Rectangle 87">
                <a:extLst>
                  <a:ext uri="{FF2B5EF4-FFF2-40B4-BE49-F238E27FC236}">
                    <a16:creationId xmlns:a16="http://schemas.microsoft.com/office/drawing/2014/main" id="{FF6AAAAA-212A-7640-8D6B-0B6EBD377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8" name="Rectangle 88">
                <a:extLst>
                  <a:ext uri="{FF2B5EF4-FFF2-40B4-BE49-F238E27FC236}">
                    <a16:creationId xmlns:a16="http://schemas.microsoft.com/office/drawing/2014/main" id="{634123E3-AB71-9F41-AD39-43B0691F1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99" name="Group 89">
                <a:extLst>
                  <a:ext uri="{FF2B5EF4-FFF2-40B4-BE49-F238E27FC236}">
                    <a16:creationId xmlns:a16="http://schemas.microsoft.com/office/drawing/2014/main" id="{DC8E4BD8-4B64-1943-9731-721699A50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5" name="AutoShape 90">
                  <a:extLst>
                    <a:ext uri="{FF2B5EF4-FFF2-40B4-BE49-F238E27FC236}">
                      <a16:creationId xmlns:a16="http://schemas.microsoft.com/office/drawing/2014/main" id="{9D762048-3A14-564D-8D32-3584214E9D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6" name="AutoShape 91">
                  <a:extLst>
                    <a:ext uri="{FF2B5EF4-FFF2-40B4-BE49-F238E27FC236}">
                      <a16:creationId xmlns:a16="http://schemas.microsoft.com/office/drawing/2014/main" id="{70B9E041-38D0-8A42-BB42-D0980C10A8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00" name="Freeform 92">
                <a:extLst>
                  <a:ext uri="{FF2B5EF4-FFF2-40B4-BE49-F238E27FC236}">
                    <a16:creationId xmlns:a16="http://schemas.microsoft.com/office/drawing/2014/main" id="{A2F57490-585D-EB4E-AE3D-BCA33E2C5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01" name="Group 93">
                <a:extLst>
                  <a:ext uri="{FF2B5EF4-FFF2-40B4-BE49-F238E27FC236}">
                    <a16:creationId xmlns:a16="http://schemas.microsoft.com/office/drawing/2014/main" id="{E23C7B19-F840-FC48-9713-9AD00E8223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3" name="AutoShape 94">
                  <a:extLst>
                    <a:ext uri="{FF2B5EF4-FFF2-40B4-BE49-F238E27FC236}">
                      <a16:creationId xmlns:a16="http://schemas.microsoft.com/office/drawing/2014/main" id="{BF66CD5C-FF99-7742-A14E-2BF2A67A6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" name="AutoShape 95">
                  <a:extLst>
                    <a:ext uri="{FF2B5EF4-FFF2-40B4-BE49-F238E27FC236}">
                      <a16:creationId xmlns:a16="http://schemas.microsoft.com/office/drawing/2014/main" id="{F9BFFD59-AD2B-894C-819C-8D0DB9F2B5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02" name="Rectangle 96">
                <a:extLst>
                  <a:ext uri="{FF2B5EF4-FFF2-40B4-BE49-F238E27FC236}">
                    <a16:creationId xmlns:a16="http://schemas.microsoft.com/office/drawing/2014/main" id="{136171A0-1A0E-8D4C-968B-D17501670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3" name="Freeform 97">
                <a:extLst>
                  <a:ext uri="{FF2B5EF4-FFF2-40B4-BE49-F238E27FC236}">
                    <a16:creationId xmlns:a16="http://schemas.microsoft.com/office/drawing/2014/main" id="{C874C361-C380-FC49-8D1C-E30AEEA3F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4" name="Freeform 98">
                <a:extLst>
                  <a:ext uri="{FF2B5EF4-FFF2-40B4-BE49-F238E27FC236}">
                    <a16:creationId xmlns:a16="http://schemas.microsoft.com/office/drawing/2014/main" id="{69C7F287-7595-D94A-87BF-95ED49C48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5" name="Oval 99">
                <a:extLst>
                  <a:ext uri="{FF2B5EF4-FFF2-40B4-BE49-F238E27FC236}">
                    <a16:creationId xmlns:a16="http://schemas.microsoft.com/office/drawing/2014/main" id="{B6E84AB5-17E1-1D48-BB79-04D2F0075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6" name="Freeform 100">
                <a:extLst>
                  <a:ext uri="{FF2B5EF4-FFF2-40B4-BE49-F238E27FC236}">
                    <a16:creationId xmlns:a16="http://schemas.microsoft.com/office/drawing/2014/main" id="{AF0BF05C-4E38-CD4D-AAFA-E3493B155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7" name="AutoShape 101">
                <a:extLst>
                  <a:ext uri="{FF2B5EF4-FFF2-40B4-BE49-F238E27FC236}">
                    <a16:creationId xmlns:a16="http://schemas.microsoft.com/office/drawing/2014/main" id="{3BB53BC2-8678-8446-A21F-7F33E9E59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8" name="AutoShape 102">
                <a:extLst>
                  <a:ext uri="{FF2B5EF4-FFF2-40B4-BE49-F238E27FC236}">
                    <a16:creationId xmlns:a16="http://schemas.microsoft.com/office/drawing/2014/main" id="{FA369464-AABC-BC43-830F-4E4F32FF7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9" name="Oval 103">
                <a:extLst>
                  <a:ext uri="{FF2B5EF4-FFF2-40B4-BE49-F238E27FC236}">
                    <a16:creationId xmlns:a16="http://schemas.microsoft.com/office/drawing/2014/main" id="{0447F744-AF3E-9645-978F-EF1BDF0F8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0" name="Oval 104">
                <a:extLst>
                  <a:ext uri="{FF2B5EF4-FFF2-40B4-BE49-F238E27FC236}">
                    <a16:creationId xmlns:a16="http://schemas.microsoft.com/office/drawing/2014/main" id="{F3C8D210-BF7D-C848-B9FD-FC1172BBD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11" name="Oval 105">
                <a:extLst>
                  <a:ext uri="{FF2B5EF4-FFF2-40B4-BE49-F238E27FC236}">
                    <a16:creationId xmlns:a16="http://schemas.microsoft.com/office/drawing/2014/main" id="{1162ED20-6D4D-2B4D-84EF-299FDEE0E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2" name="Rectangle 106">
                <a:extLst>
                  <a:ext uri="{FF2B5EF4-FFF2-40B4-BE49-F238E27FC236}">
                    <a16:creationId xmlns:a16="http://schemas.microsoft.com/office/drawing/2014/main" id="{922CF934-873F-EE4F-8726-E969CD36E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1" name="Group 107">
              <a:extLst>
                <a:ext uri="{FF2B5EF4-FFF2-40B4-BE49-F238E27FC236}">
                  <a16:creationId xmlns:a16="http://schemas.microsoft.com/office/drawing/2014/main" id="{C09F8334-EB5D-B748-8BA6-989D939E7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1900" y="3176588"/>
              <a:ext cx="434975" cy="349250"/>
              <a:chOff x="-44" y="1473"/>
              <a:chExt cx="981" cy="1105"/>
            </a:xfrm>
          </p:grpSpPr>
          <p:pic>
            <p:nvPicPr>
              <p:cNvPr id="222" name="Picture 108" descr="desktop_computer_stylized_medium">
                <a:extLst>
                  <a:ext uri="{FF2B5EF4-FFF2-40B4-BE49-F238E27FC236}">
                    <a16:creationId xmlns:a16="http://schemas.microsoft.com/office/drawing/2014/main" id="{7B90278E-E343-294D-95CB-02DB24F6F5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3" name="Freeform 109">
                <a:extLst>
                  <a:ext uri="{FF2B5EF4-FFF2-40B4-BE49-F238E27FC236}">
                    <a16:creationId xmlns:a16="http://schemas.microsoft.com/office/drawing/2014/main" id="{C59628E1-7338-E340-96DD-685A37B0462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4" name="Group 110">
              <a:extLst>
                <a:ext uri="{FF2B5EF4-FFF2-40B4-BE49-F238E27FC236}">
                  <a16:creationId xmlns:a16="http://schemas.microsoft.com/office/drawing/2014/main" id="{698F5DBF-2E9C-2B40-817E-23F3F51AF6C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16838" y="3252788"/>
              <a:ext cx="434975" cy="349250"/>
              <a:chOff x="-44" y="1473"/>
              <a:chExt cx="981" cy="1105"/>
            </a:xfrm>
          </p:grpSpPr>
          <p:pic>
            <p:nvPicPr>
              <p:cNvPr id="225" name="Picture 111" descr="desktop_computer_stylized_medium">
                <a:extLst>
                  <a:ext uri="{FF2B5EF4-FFF2-40B4-BE49-F238E27FC236}">
                    <a16:creationId xmlns:a16="http://schemas.microsoft.com/office/drawing/2014/main" id="{A569F870-B03B-2547-AF54-2C7AB5CBA0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" name="Freeform 112">
                <a:extLst>
                  <a:ext uri="{FF2B5EF4-FFF2-40B4-BE49-F238E27FC236}">
                    <a16:creationId xmlns:a16="http://schemas.microsoft.com/office/drawing/2014/main" id="{FE964CAF-BEB0-BB4E-AFC5-27ADA2EB8BD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7" name="Group 113">
              <a:extLst>
                <a:ext uri="{FF2B5EF4-FFF2-40B4-BE49-F238E27FC236}">
                  <a16:creationId xmlns:a16="http://schemas.microsoft.com/office/drawing/2014/main" id="{87763CBB-3A99-594D-9997-C76D56E76D3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8300" y="2457450"/>
              <a:ext cx="434975" cy="349250"/>
              <a:chOff x="-44" y="1473"/>
              <a:chExt cx="981" cy="1105"/>
            </a:xfrm>
          </p:grpSpPr>
          <p:pic>
            <p:nvPicPr>
              <p:cNvPr id="228" name="Picture 114" descr="desktop_computer_stylized_medium">
                <a:extLst>
                  <a:ext uri="{FF2B5EF4-FFF2-40B4-BE49-F238E27FC236}">
                    <a16:creationId xmlns:a16="http://schemas.microsoft.com/office/drawing/2014/main" id="{3267E1E1-F140-B44D-B892-C5FED1C277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9" name="Freeform 115">
                <a:extLst>
                  <a:ext uri="{FF2B5EF4-FFF2-40B4-BE49-F238E27FC236}">
                    <a16:creationId xmlns:a16="http://schemas.microsoft.com/office/drawing/2014/main" id="{4F25EA7B-20CB-6C44-8B62-34CDC77621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0" name="Group 116">
              <a:extLst>
                <a:ext uri="{FF2B5EF4-FFF2-40B4-BE49-F238E27FC236}">
                  <a16:creationId xmlns:a16="http://schemas.microsoft.com/office/drawing/2014/main" id="{169372BE-08CD-7743-8E5E-EC2549832F5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043863" y="1706563"/>
              <a:ext cx="434975" cy="349250"/>
              <a:chOff x="-44" y="1473"/>
              <a:chExt cx="981" cy="1105"/>
            </a:xfrm>
          </p:grpSpPr>
          <p:pic>
            <p:nvPicPr>
              <p:cNvPr id="231" name="Picture 117" descr="desktop_computer_stylized_medium">
                <a:extLst>
                  <a:ext uri="{FF2B5EF4-FFF2-40B4-BE49-F238E27FC236}">
                    <a16:creationId xmlns:a16="http://schemas.microsoft.com/office/drawing/2014/main" id="{5232EB59-D06A-CC48-8C1F-E6DAC4976B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2" name="Freeform 118">
                <a:extLst>
                  <a:ext uri="{FF2B5EF4-FFF2-40B4-BE49-F238E27FC236}">
                    <a16:creationId xmlns:a16="http://schemas.microsoft.com/office/drawing/2014/main" id="{7E7C9F9D-CF89-7545-A1F6-153E2A098F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3" name="Group 119">
              <a:extLst>
                <a:ext uri="{FF2B5EF4-FFF2-40B4-BE49-F238E27FC236}">
                  <a16:creationId xmlns:a16="http://schemas.microsoft.com/office/drawing/2014/main" id="{6869CE49-D074-8547-B1D6-1F3B5B649CF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911975" y="1368425"/>
              <a:ext cx="434975" cy="349250"/>
              <a:chOff x="-44" y="1473"/>
              <a:chExt cx="981" cy="1105"/>
            </a:xfrm>
          </p:grpSpPr>
          <p:pic>
            <p:nvPicPr>
              <p:cNvPr id="234" name="Picture 120" descr="desktop_computer_stylized_medium">
                <a:extLst>
                  <a:ext uri="{FF2B5EF4-FFF2-40B4-BE49-F238E27FC236}">
                    <a16:creationId xmlns:a16="http://schemas.microsoft.com/office/drawing/2014/main" id="{CE44033F-D4B7-7D46-9D32-0960EEB7B5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" name="Freeform 121">
                <a:extLst>
                  <a:ext uri="{FF2B5EF4-FFF2-40B4-BE49-F238E27FC236}">
                    <a16:creationId xmlns:a16="http://schemas.microsoft.com/office/drawing/2014/main" id="{45A28D47-C9B3-0346-8D70-361E7A4895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6" name="Group 123">
              <a:extLst>
                <a:ext uri="{FF2B5EF4-FFF2-40B4-BE49-F238E27FC236}">
                  <a16:creationId xmlns:a16="http://schemas.microsoft.com/office/drawing/2014/main" id="{4E1A9762-2C71-9742-9958-EB2D29E68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4538" y="1411288"/>
              <a:ext cx="434975" cy="349250"/>
              <a:chOff x="-44" y="1473"/>
              <a:chExt cx="981" cy="1105"/>
            </a:xfrm>
          </p:grpSpPr>
          <p:pic>
            <p:nvPicPr>
              <p:cNvPr id="237" name="Picture 124" descr="desktop_computer_stylized_medium">
                <a:extLst>
                  <a:ext uri="{FF2B5EF4-FFF2-40B4-BE49-F238E27FC236}">
                    <a16:creationId xmlns:a16="http://schemas.microsoft.com/office/drawing/2014/main" id="{55B1C28D-66D6-DE4E-ADB5-D53BE1D2A0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8" name="Freeform 125">
                <a:extLst>
                  <a:ext uri="{FF2B5EF4-FFF2-40B4-BE49-F238E27FC236}">
                    <a16:creationId xmlns:a16="http://schemas.microsoft.com/office/drawing/2014/main" id="{4765CFB0-3F34-B94A-BC7F-EA339FAACF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9" name="Group 126">
              <a:extLst>
                <a:ext uri="{FF2B5EF4-FFF2-40B4-BE49-F238E27FC236}">
                  <a16:creationId xmlns:a16="http://schemas.microsoft.com/office/drawing/2014/main" id="{BE7F0DCF-B627-C847-8279-68A197C89C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9375" y="2162175"/>
              <a:ext cx="434975" cy="349250"/>
              <a:chOff x="-44" y="1473"/>
              <a:chExt cx="981" cy="1105"/>
            </a:xfrm>
          </p:grpSpPr>
          <p:pic>
            <p:nvPicPr>
              <p:cNvPr id="240" name="Picture 127" descr="desktop_computer_stylized_medium">
                <a:extLst>
                  <a:ext uri="{FF2B5EF4-FFF2-40B4-BE49-F238E27FC236}">
                    <a16:creationId xmlns:a16="http://schemas.microsoft.com/office/drawing/2014/main" id="{BA3AF685-5B1F-CC40-BCAF-7158B2390D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1" name="Freeform 128">
                <a:extLst>
                  <a:ext uri="{FF2B5EF4-FFF2-40B4-BE49-F238E27FC236}">
                    <a16:creationId xmlns:a16="http://schemas.microsoft.com/office/drawing/2014/main" id="{1A33777F-82DA-EC46-B881-5C25C2D626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2" name="Group 129">
              <a:extLst>
                <a:ext uri="{FF2B5EF4-FFF2-40B4-BE49-F238E27FC236}">
                  <a16:creationId xmlns:a16="http://schemas.microsoft.com/office/drawing/2014/main" id="{A4323D8E-CD7F-4742-B00D-A10D592D03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9338" y="2749550"/>
              <a:ext cx="434975" cy="349250"/>
              <a:chOff x="-44" y="1473"/>
              <a:chExt cx="981" cy="1105"/>
            </a:xfrm>
          </p:grpSpPr>
          <p:pic>
            <p:nvPicPr>
              <p:cNvPr id="243" name="Picture 130" descr="desktop_computer_stylized_medium">
                <a:extLst>
                  <a:ext uri="{FF2B5EF4-FFF2-40B4-BE49-F238E27FC236}">
                    <a16:creationId xmlns:a16="http://schemas.microsoft.com/office/drawing/2014/main" id="{39C6AFB3-E3B3-AA47-9771-00781B94A9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4" name="Freeform 131">
                <a:extLst>
                  <a:ext uri="{FF2B5EF4-FFF2-40B4-BE49-F238E27FC236}">
                    <a16:creationId xmlns:a16="http://schemas.microsoft.com/office/drawing/2014/main" id="{4679D4E0-5A0A-B34D-AA7C-D7A6E8AE3F8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5" name="Group 132">
              <a:extLst>
                <a:ext uri="{FF2B5EF4-FFF2-40B4-BE49-F238E27FC236}">
                  <a16:creationId xmlns:a16="http://schemas.microsoft.com/office/drawing/2014/main" id="{73C52904-5489-6E4E-8226-879A26291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5025" y="2989263"/>
              <a:ext cx="325438" cy="261937"/>
              <a:chOff x="-44" y="1473"/>
              <a:chExt cx="981" cy="1105"/>
            </a:xfrm>
          </p:grpSpPr>
          <p:pic>
            <p:nvPicPr>
              <p:cNvPr id="246" name="Picture 133" descr="desktop_computer_stylized_medium">
                <a:extLst>
                  <a:ext uri="{FF2B5EF4-FFF2-40B4-BE49-F238E27FC236}">
                    <a16:creationId xmlns:a16="http://schemas.microsoft.com/office/drawing/2014/main" id="{E7C23640-AF67-8245-9B29-88C1A9B166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7" name="Freeform 134">
                <a:extLst>
                  <a:ext uri="{FF2B5EF4-FFF2-40B4-BE49-F238E27FC236}">
                    <a16:creationId xmlns:a16="http://schemas.microsoft.com/office/drawing/2014/main" id="{CDD2AFE9-4A15-5147-897C-7BE6039DB5A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6141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BitTorrent: requesting, sending file chunks</a:t>
            </a:r>
          </a:p>
        </p:txBody>
      </p:sp>
      <p:sp>
        <p:nvSpPr>
          <p:cNvPr id="85" name="Rectangle 4">
            <a:extLst>
              <a:ext uri="{FF2B5EF4-FFF2-40B4-BE49-F238E27FC236}">
                <a16:creationId xmlns:a16="http://schemas.microsoft.com/office/drawing/2014/main" id="{ABE3BA82-1C3D-064A-9166-C67DC2170C39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510619"/>
            <a:ext cx="4521200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Requesting chunks:</a:t>
            </a:r>
          </a:p>
          <a:p>
            <a:pPr marL="406400" marR="0" lvl="0" indent="-2762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any given time, different peers have different subsets of file chunks</a:t>
            </a:r>
          </a:p>
          <a:p>
            <a:pPr marL="406400" marR="0" lvl="0" indent="-2762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Alice requests missing chunks from peers,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E2EB4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rarest first</a:t>
            </a:r>
          </a:p>
        </p:txBody>
      </p:sp>
      <p:sp>
        <p:nvSpPr>
          <p:cNvPr id="86" name="Rectangle 6">
            <a:extLst>
              <a:ext uri="{FF2B5EF4-FFF2-40B4-BE49-F238E27FC236}">
                <a16:creationId xmlns:a16="http://schemas.microsoft.com/office/drawing/2014/main" id="{5CFA8E56-2FAA-FC49-B7B7-8A06FD9D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271" y="1412473"/>
            <a:ext cx="5714999" cy="5039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chunks: tit-for-tat</a:t>
            </a:r>
          </a:p>
          <a:p>
            <a:pPr marL="406400" marR="0" lvl="0" indent="-34131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Alice sends chunks to those four peers currently sending her chunks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highest rate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other peers are choked by Alice (do not receive chunks from her)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re-evaluate top 4 every few seconds </a:t>
            </a: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every few seconds: randomly select another peer, starts sending chunks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2E2EB4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optimistically unchoke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” this peer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newly chosen peer may join top 4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65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BitTorrent: tit-for-tat</a:t>
            </a:r>
          </a:p>
        </p:txBody>
      </p:sp>
      <p:pic>
        <p:nvPicPr>
          <p:cNvPr id="7" name="Picture 13" descr="Alice">
            <a:extLst>
              <a:ext uri="{FF2B5EF4-FFF2-40B4-BE49-F238E27FC236}">
                <a16:creationId xmlns:a16="http://schemas.microsoft.com/office/drawing/2014/main" id="{8741BF70-C5D5-9A4F-93C1-15959E9C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027" y="517842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5">
            <a:extLst>
              <a:ext uri="{FF2B5EF4-FFF2-40B4-BE49-F238E27FC236}">
                <a16:creationId xmlns:a16="http://schemas.microsoft.com/office/drawing/2014/main" id="{EC6F316B-7159-F14D-8C61-058945C987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52914" y="4184650"/>
            <a:ext cx="1473200" cy="596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85312597-E60F-8D4C-A9EB-F6893D4851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927" y="5010150"/>
            <a:ext cx="9652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17">
            <a:extLst>
              <a:ext uri="{FF2B5EF4-FFF2-40B4-BE49-F238E27FC236}">
                <a16:creationId xmlns:a16="http://schemas.microsoft.com/office/drawing/2014/main" id="{792D9181-0B03-BC4F-899D-82D2EA8580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8614" y="5124450"/>
            <a:ext cx="59690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2D784DE7-BFF3-9C40-B976-5BA78149FD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1514" y="3308350"/>
            <a:ext cx="419100" cy="647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20">
            <a:extLst>
              <a:ext uri="{FF2B5EF4-FFF2-40B4-BE49-F238E27FC236}">
                <a16:creationId xmlns:a16="http://schemas.microsoft.com/office/drawing/2014/main" id="{A1C1198D-163B-9148-9612-0787A145D3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3114" y="3892550"/>
            <a:ext cx="787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21">
            <a:extLst>
              <a:ext uri="{FF2B5EF4-FFF2-40B4-BE49-F238E27FC236}">
                <a16:creationId xmlns:a16="http://schemas.microsoft.com/office/drawing/2014/main" id="{C2DCB036-D113-5443-8F3C-DF1496779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3114" y="4362450"/>
            <a:ext cx="59690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22" descr="Bob">
            <a:extLst>
              <a:ext uri="{FF2B5EF4-FFF2-40B4-BE49-F238E27FC236}">
                <a16:creationId xmlns:a16="http://schemas.microsoft.com/office/drawing/2014/main" id="{A84998C7-BF5D-E24D-8A4A-8765DDF4B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702" y="460692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23">
            <a:extLst>
              <a:ext uri="{FF2B5EF4-FFF2-40B4-BE49-F238E27FC236}">
                <a16:creationId xmlns:a16="http://schemas.microsoft.com/office/drawing/2014/main" id="{26116A51-4E13-DE4D-96FD-9486C5FBFE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0314" y="4159250"/>
            <a:ext cx="1435100" cy="482600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5E5EFBCB-9F3E-F141-A779-E04A3C86C9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23014" y="4248150"/>
            <a:ext cx="1397000" cy="4699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FD13D6CC-D7F1-884F-8F51-9C419483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1114" y="4349750"/>
            <a:ext cx="1371600" cy="4826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Box 26">
            <a:extLst>
              <a:ext uri="{FF2B5EF4-FFF2-40B4-BE49-F238E27FC236}">
                <a16:creationId xmlns:a16="http://schemas.microsoft.com/office/drawing/2014/main" id="{DACC5EA5-F1C3-BD42-A042-51775E5F6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046" y="1288142"/>
            <a:ext cx="47891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(1) Alice “</a:t>
            </a:r>
            <a:r>
              <a:rPr kumimoji="0" lang="en-US" altLang="ja-JP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optimistically unchokes” Bob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27">
            <a:extLst>
              <a:ext uri="{FF2B5EF4-FFF2-40B4-BE49-F238E27FC236}">
                <a16:creationId xmlns:a16="http://schemas.microsoft.com/office/drawing/2014/main" id="{DE11FF06-2EB6-DE4E-9955-89EC60B61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7" y="1711330"/>
            <a:ext cx="84967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(2) Alice becomes one of Bob’</a:t>
            </a:r>
            <a:r>
              <a:rPr kumimoji="0" lang="en-US" altLang="ja-JP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top-four providers; Bob reciprocates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Text Box 28">
            <a:extLst>
              <a:ext uri="{FF2B5EF4-FFF2-40B4-BE49-F238E27FC236}">
                <a16:creationId xmlns:a16="http://schemas.microsoft.com/office/drawing/2014/main" id="{16606440-1C32-3D4E-A1E4-E55876C8B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9" y="2124086"/>
            <a:ext cx="62574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(3) Bob becomes one of Alice’</a:t>
            </a:r>
            <a:r>
              <a:rPr kumimoji="0" lang="en-US" altLang="ja-JP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top-four providers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F65951EA-D399-4948-A91F-C888B7CDF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902" y="5338537"/>
            <a:ext cx="4897389" cy="830997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higher upload rate: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find better trading partners, get file faster !</a:t>
            </a:r>
          </a:p>
        </p:txBody>
      </p:sp>
      <p:grpSp>
        <p:nvGrpSpPr>
          <p:cNvPr id="22" name="Group 52">
            <a:extLst>
              <a:ext uri="{FF2B5EF4-FFF2-40B4-BE49-F238E27FC236}">
                <a16:creationId xmlns:a16="http://schemas.microsoft.com/office/drawing/2014/main" id="{65490274-4BA6-774A-B416-07955688B60F}"/>
              </a:ext>
            </a:extLst>
          </p:cNvPr>
          <p:cNvGrpSpPr>
            <a:grpSpLocks/>
          </p:cNvGrpSpPr>
          <p:nvPr/>
        </p:nvGrpSpPr>
        <p:grpSpPr bwMode="auto">
          <a:xfrm>
            <a:off x="2194152" y="5014913"/>
            <a:ext cx="762000" cy="752475"/>
            <a:chOff x="-44" y="1473"/>
            <a:chExt cx="981" cy="1105"/>
          </a:xfrm>
        </p:grpSpPr>
        <p:pic>
          <p:nvPicPr>
            <p:cNvPr id="23" name="Picture 53" descr="desktop_computer_stylized_medium">
              <a:extLst>
                <a:ext uri="{FF2B5EF4-FFF2-40B4-BE49-F238E27FC236}">
                  <a16:creationId xmlns:a16="http://schemas.microsoft.com/office/drawing/2014/main" id="{72C8D70E-1AE3-CB40-AFD6-460B761828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E4AA1D2E-1517-8A4B-AB9B-C7191BBEA3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" name="Group 55">
            <a:extLst>
              <a:ext uri="{FF2B5EF4-FFF2-40B4-BE49-F238E27FC236}">
                <a16:creationId xmlns:a16="http://schemas.microsoft.com/office/drawing/2014/main" id="{B5877426-113E-4645-9901-821F444D3C78}"/>
              </a:ext>
            </a:extLst>
          </p:cNvPr>
          <p:cNvGrpSpPr>
            <a:grpSpLocks/>
          </p:cNvGrpSpPr>
          <p:nvPr/>
        </p:nvGrpSpPr>
        <p:grpSpPr bwMode="auto">
          <a:xfrm>
            <a:off x="2889477" y="5776913"/>
            <a:ext cx="762000" cy="752475"/>
            <a:chOff x="-44" y="1473"/>
            <a:chExt cx="981" cy="1105"/>
          </a:xfrm>
        </p:grpSpPr>
        <p:pic>
          <p:nvPicPr>
            <p:cNvPr id="26" name="Picture 56" descr="desktop_computer_stylized_medium">
              <a:extLst>
                <a:ext uri="{FF2B5EF4-FFF2-40B4-BE49-F238E27FC236}">
                  <a16:creationId xmlns:a16="http://schemas.microsoft.com/office/drawing/2014/main" id="{ED1A5E6B-965E-454E-9989-4DEC33639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DD6D3C44-22E2-B449-9FDA-221947FA5E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" name="Group 58">
            <a:extLst>
              <a:ext uri="{FF2B5EF4-FFF2-40B4-BE49-F238E27FC236}">
                <a16:creationId xmlns:a16="http://schemas.microsoft.com/office/drawing/2014/main" id="{0E9167DB-CB01-E04A-946E-D0BD377ECA5A}"/>
              </a:ext>
            </a:extLst>
          </p:cNvPr>
          <p:cNvGrpSpPr>
            <a:grpSpLocks/>
          </p:cNvGrpSpPr>
          <p:nvPr/>
        </p:nvGrpSpPr>
        <p:grpSpPr bwMode="auto">
          <a:xfrm>
            <a:off x="1708377" y="3894138"/>
            <a:ext cx="762000" cy="752475"/>
            <a:chOff x="-44" y="1473"/>
            <a:chExt cx="981" cy="1105"/>
          </a:xfrm>
        </p:grpSpPr>
        <p:pic>
          <p:nvPicPr>
            <p:cNvPr id="29" name="Picture 59" descr="desktop_computer_stylized_medium">
              <a:extLst>
                <a:ext uri="{FF2B5EF4-FFF2-40B4-BE49-F238E27FC236}">
                  <a16:creationId xmlns:a16="http://schemas.microsoft.com/office/drawing/2014/main" id="{3FC86540-2AE3-6C45-A57C-8C7A57DEE8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60">
              <a:extLst>
                <a:ext uri="{FF2B5EF4-FFF2-40B4-BE49-F238E27FC236}">
                  <a16:creationId xmlns:a16="http://schemas.microsoft.com/office/drawing/2014/main" id="{7D582964-4BDA-5043-B12E-8CB52E1A4AA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oup 61">
            <a:extLst>
              <a:ext uri="{FF2B5EF4-FFF2-40B4-BE49-F238E27FC236}">
                <a16:creationId xmlns:a16="http://schemas.microsoft.com/office/drawing/2014/main" id="{AC057CF7-B165-FC49-A311-D35170CD591D}"/>
              </a:ext>
            </a:extLst>
          </p:cNvPr>
          <p:cNvGrpSpPr>
            <a:grpSpLocks/>
          </p:cNvGrpSpPr>
          <p:nvPr/>
        </p:nvGrpSpPr>
        <p:grpSpPr bwMode="auto">
          <a:xfrm>
            <a:off x="3672114" y="4427538"/>
            <a:ext cx="762000" cy="752475"/>
            <a:chOff x="-44" y="1473"/>
            <a:chExt cx="981" cy="1105"/>
          </a:xfrm>
        </p:grpSpPr>
        <p:pic>
          <p:nvPicPr>
            <p:cNvPr id="32" name="Picture 62" descr="desktop_computer_stylized_medium">
              <a:extLst>
                <a:ext uri="{FF2B5EF4-FFF2-40B4-BE49-F238E27FC236}">
                  <a16:creationId xmlns:a16="http://schemas.microsoft.com/office/drawing/2014/main" id="{18C1044E-BABC-1349-9269-834754B686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63">
              <a:extLst>
                <a:ext uri="{FF2B5EF4-FFF2-40B4-BE49-F238E27FC236}">
                  <a16:creationId xmlns:a16="http://schemas.microsoft.com/office/drawing/2014/main" id="{78C58B97-061E-EA4D-AA38-0150EABAF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4" name="Group 64">
            <a:extLst>
              <a:ext uri="{FF2B5EF4-FFF2-40B4-BE49-F238E27FC236}">
                <a16:creationId xmlns:a16="http://schemas.microsoft.com/office/drawing/2014/main" id="{8374CADC-5475-174C-A033-E425F815732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99539" y="4351338"/>
            <a:ext cx="762000" cy="752475"/>
            <a:chOff x="-44" y="1473"/>
            <a:chExt cx="981" cy="1105"/>
          </a:xfrm>
        </p:grpSpPr>
        <p:pic>
          <p:nvPicPr>
            <p:cNvPr id="35" name="Picture 65" descr="desktop_computer_stylized_medium">
              <a:extLst>
                <a:ext uri="{FF2B5EF4-FFF2-40B4-BE49-F238E27FC236}">
                  <a16:creationId xmlns:a16="http://schemas.microsoft.com/office/drawing/2014/main" id="{E829CC9A-8A66-4B4E-9FF3-CEAE73497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Freeform 66">
              <a:extLst>
                <a:ext uri="{FF2B5EF4-FFF2-40B4-BE49-F238E27FC236}">
                  <a16:creationId xmlns:a16="http://schemas.microsoft.com/office/drawing/2014/main" id="{BE509D07-5156-594C-9BF4-2A36E639DB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Group 67">
            <a:extLst>
              <a:ext uri="{FF2B5EF4-FFF2-40B4-BE49-F238E27FC236}">
                <a16:creationId xmlns:a16="http://schemas.microsoft.com/office/drawing/2014/main" id="{BFB32E89-5273-0E4F-AB0A-3A5BD887062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50352" y="3513138"/>
            <a:ext cx="762000" cy="752475"/>
            <a:chOff x="-44" y="1473"/>
            <a:chExt cx="981" cy="1105"/>
          </a:xfrm>
        </p:grpSpPr>
        <p:pic>
          <p:nvPicPr>
            <p:cNvPr id="38" name="Picture 68" descr="desktop_computer_stylized_medium">
              <a:extLst>
                <a:ext uri="{FF2B5EF4-FFF2-40B4-BE49-F238E27FC236}">
                  <a16:creationId xmlns:a16="http://schemas.microsoft.com/office/drawing/2014/main" id="{7E65096A-F8A7-654C-9729-36316DFF5B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Freeform 69">
              <a:extLst>
                <a:ext uri="{FF2B5EF4-FFF2-40B4-BE49-F238E27FC236}">
                  <a16:creationId xmlns:a16="http://schemas.microsoft.com/office/drawing/2014/main" id="{FE95B6B4-20A8-EF43-BAAF-C599F2F3BC1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0" name="Group 70">
            <a:extLst>
              <a:ext uri="{FF2B5EF4-FFF2-40B4-BE49-F238E27FC236}">
                <a16:creationId xmlns:a16="http://schemas.microsoft.com/office/drawing/2014/main" id="{C47D9ABE-3F3C-2147-9673-332BCE8C2E7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958239" y="2892425"/>
            <a:ext cx="762000" cy="752475"/>
            <a:chOff x="-44" y="1473"/>
            <a:chExt cx="981" cy="1105"/>
          </a:xfrm>
        </p:grpSpPr>
        <p:pic>
          <p:nvPicPr>
            <p:cNvPr id="41" name="Picture 71" descr="desktop_computer_stylized_medium">
              <a:extLst>
                <a:ext uri="{FF2B5EF4-FFF2-40B4-BE49-F238E27FC236}">
                  <a16:creationId xmlns:a16="http://schemas.microsoft.com/office/drawing/2014/main" id="{E0B0EA6D-DC65-F345-866C-FF8D43D27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72">
              <a:extLst>
                <a:ext uri="{FF2B5EF4-FFF2-40B4-BE49-F238E27FC236}">
                  <a16:creationId xmlns:a16="http://schemas.microsoft.com/office/drawing/2014/main" id="{4B8179CA-F544-1947-AB02-D4AFC3D0110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3" name="Group 74">
            <a:extLst>
              <a:ext uri="{FF2B5EF4-FFF2-40B4-BE49-F238E27FC236}">
                <a16:creationId xmlns:a16="http://schemas.microsoft.com/office/drawing/2014/main" id="{3AAB7190-C86B-6B40-A2D8-F0FAFE0A25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35902" y="3883025"/>
            <a:ext cx="762000" cy="752475"/>
            <a:chOff x="-44" y="1473"/>
            <a:chExt cx="981" cy="1105"/>
          </a:xfrm>
        </p:grpSpPr>
        <p:pic>
          <p:nvPicPr>
            <p:cNvPr id="44" name="Picture 75" descr="desktop_computer_stylized_medium">
              <a:extLst>
                <a:ext uri="{FF2B5EF4-FFF2-40B4-BE49-F238E27FC236}">
                  <a16:creationId xmlns:a16="http://schemas.microsoft.com/office/drawing/2014/main" id="{E10FCAF4-5DCA-C147-944D-68091F53F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76">
              <a:extLst>
                <a:ext uri="{FF2B5EF4-FFF2-40B4-BE49-F238E27FC236}">
                  <a16:creationId xmlns:a16="http://schemas.microsoft.com/office/drawing/2014/main" id="{ED9B8D15-5F2D-AE4E-95C9-E1F0A26E1BF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80">
            <a:extLst>
              <a:ext uri="{FF2B5EF4-FFF2-40B4-BE49-F238E27FC236}">
                <a16:creationId xmlns:a16="http://schemas.microsoft.com/office/drawing/2014/main" id="{76F60E48-C369-D742-9AC3-453C2EB2296B}"/>
              </a:ext>
            </a:extLst>
          </p:cNvPr>
          <p:cNvGrpSpPr>
            <a:grpSpLocks/>
          </p:cNvGrpSpPr>
          <p:nvPr/>
        </p:nvGrpSpPr>
        <p:grpSpPr bwMode="auto">
          <a:xfrm>
            <a:off x="5815239" y="2717800"/>
            <a:ext cx="762000" cy="1177925"/>
            <a:chOff x="4746" y="1528"/>
            <a:chExt cx="480" cy="742"/>
          </a:xfrm>
        </p:grpSpPr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713595DD-629E-964F-90C7-0E04B74B2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4" y="1962"/>
              <a:ext cx="2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77">
              <a:extLst>
                <a:ext uri="{FF2B5EF4-FFF2-40B4-BE49-F238E27FC236}">
                  <a16:creationId xmlns:a16="http://schemas.microsoft.com/office/drawing/2014/main" id="{AD97E688-C674-9D46-B533-DA6C65ECA57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id="49" name="Picture 78" descr="desktop_computer_stylized_medium">
                <a:extLst>
                  <a:ext uri="{FF2B5EF4-FFF2-40B4-BE49-F238E27FC236}">
                    <a16:creationId xmlns:a16="http://schemas.microsoft.com/office/drawing/2014/main" id="{A710A2EC-D64C-6A4F-A921-3C453CCA3D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" name="Freeform 79">
                <a:extLst>
                  <a:ext uri="{FF2B5EF4-FFF2-40B4-BE49-F238E27FC236}">
                    <a16:creationId xmlns:a16="http://schemas.microsoft.com/office/drawing/2014/main" id="{AEBDADBC-EFC3-B643-B7C3-E2DB8819FDC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87">
            <a:extLst>
              <a:ext uri="{FF2B5EF4-FFF2-40B4-BE49-F238E27FC236}">
                <a16:creationId xmlns:a16="http://schemas.microsoft.com/office/drawing/2014/main" id="{C55F25CE-5FFF-CB47-A09A-CEBC929646BA}"/>
              </a:ext>
            </a:extLst>
          </p:cNvPr>
          <p:cNvGrpSpPr>
            <a:grpSpLocks/>
          </p:cNvGrpSpPr>
          <p:nvPr/>
        </p:nvGrpSpPr>
        <p:grpSpPr bwMode="auto">
          <a:xfrm>
            <a:off x="2905352" y="3206750"/>
            <a:ext cx="1112837" cy="1219200"/>
            <a:chOff x="4779" y="2386"/>
            <a:chExt cx="701" cy="768"/>
          </a:xfrm>
        </p:grpSpPr>
        <p:sp>
          <p:nvSpPr>
            <p:cNvPr id="52" name="Line 46">
              <a:extLst>
                <a:ext uri="{FF2B5EF4-FFF2-40B4-BE49-F238E27FC236}">
                  <a16:creationId xmlns:a16="http://schemas.microsoft.com/office/drawing/2014/main" id="{8CEC77D4-CDB3-A04E-93BD-09A60C76B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2812"/>
              <a:ext cx="241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84">
              <a:extLst>
                <a:ext uri="{FF2B5EF4-FFF2-40B4-BE49-F238E27FC236}">
                  <a16:creationId xmlns:a16="http://schemas.microsoft.com/office/drawing/2014/main" id="{39CD941B-F7CC-0249-91C8-8CDBC22385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id="54" name="Picture 85" descr="desktop_computer_stylized_medium">
                <a:extLst>
                  <a:ext uri="{FF2B5EF4-FFF2-40B4-BE49-F238E27FC236}">
                    <a16:creationId xmlns:a16="http://schemas.microsoft.com/office/drawing/2014/main" id="{0384D9E6-2AF2-1444-833F-1ACDCE8105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" name="Freeform 86">
                <a:extLst>
                  <a:ext uri="{FF2B5EF4-FFF2-40B4-BE49-F238E27FC236}">
                    <a16:creationId xmlns:a16="http://schemas.microsoft.com/office/drawing/2014/main" id="{140BEEB3-51A1-3146-AD4E-D014FC9826D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50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1626</Words>
  <Application>Microsoft Office PowerPoint</Application>
  <PresentationFormat>Widescreen</PresentationFormat>
  <Paragraphs>285</Paragraphs>
  <Slides>22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ＭＳ Ｐゴシック</vt:lpstr>
      <vt:lpstr>Aptos</vt:lpstr>
      <vt:lpstr>Aptos Display</vt:lpstr>
      <vt:lpstr>Arial</vt:lpstr>
      <vt:lpstr>Arial Narrow</vt:lpstr>
      <vt:lpstr>Calibri</vt:lpstr>
      <vt:lpstr>Calibri Light</vt:lpstr>
      <vt:lpstr>Gill Sans MT</vt:lpstr>
      <vt:lpstr>Symbol</vt:lpstr>
      <vt:lpstr>Times New Roman</vt:lpstr>
      <vt:lpstr>Wingdings</vt:lpstr>
      <vt:lpstr>ZapfDingbats</vt:lpstr>
      <vt:lpstr>Office Theme</vt:lpstr>
      <vt:lpstr>1_Office Theme</vt:lpstr>
      <vt:lpstr>Chart</vt:lpstr>
      <vt:lpstr>Lecture 9  </vt:lpstr>
      <vt:lpstr>Question [from previous exams]</vt:lpstr>
      <vt:lpstr>Question [from previous exams]</vt:lpstr>
      <vt:lpstr>Video Streaming and CDNs: context</vt:lpstr>
      <vt:lpstr>Solution 1 - Streaming multimedia: DASH</vt:lpstr>
      <vt:lpstr>Solution 1 - Streaming multimedia: DASH</vt:lpstr>
      <vt:lpstr>Solution 2 - Content distribution networks (CDNs)</vt:lpstr>
      <vt:lpstr>Content distribution networks (CDNs)</vt:lpstr>
      <vt:lpstr>Content distribution networks (CDNs)</vt:lpstr>
      <vt:lpstr>Content distribution networks (CDNs)</vt:lpstr>
      <vt:lpstr>CDN content access: a closer look</vt:lpstr>
      <vt:lpstr>Real-world example </vt:lpstr>
      <vt:lpstr>P2P Networking  &amp;  Socket Programming </vt:lpstr>
      <vt:lpstr>Peer-to-peer (P2P) architecture</vt:lpstr>
      <vt:lpstr>File distribution: client-server vs P2P</vt:lpstr>
      <vt:lpstr>File distribution time: client-server</vt:lpstr>
      <vt:lpstr>File distribution time: P2P</vt:lpstr>
      <vt:lpstr>Client-server vs. P2P: example</vt:lpstr>
      <vt:lpstr>P2P file distribution: BitTorrent </vt:lpstr>
      <vt:lpstr>P2P file distribution: BitTorrent </vt:lpstr>
      <vt:lpstr>BitTorrent: requesting, sending file chunks</vt:lpstr>
      <vt:lpstr>BitTorrent: tit-for-tat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Hashemi, Morteza</dc:creator>
  <cp:lastModifiedBy>Hashemi, Morteza</cp:lastModifiedBy>
  <cp:revision>1</cp:revision>
  <dcterms:created xsi:type="dcterms:W3CDTF">2026-09-22T16:04:08Z</dcterms:created>
  <dcterms:modified xsi:type="dcterms:W3CDTF">2026-09-22T16:04:53Z</dcterms:modified>
</cp:coreProperties>
</file>